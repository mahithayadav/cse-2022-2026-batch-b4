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handoutMasterIdLst>
    <p:handoutMasterId r:id="rId29"/>
  </p:handoutMasterIdLst>
  <p:sldIdLst>
    <p:sldId id="332" r:id="rId2"/>
    <p:sldId id="334" r:id="rId3"/>
    <p:sldId id="273" r:id="rId4"/>
    <p:sldId id="335" r:id="rId5"/>
    <p:sldId id="336" r:id="rId6"/>
    <p:sldId id="346" r:id="rId7"/>
    <p:sldId id="338" r:id="rId8"/>
    <p:sldId id="339" r:id="rId9"/>
    <p:sldId id="340" r:id="rId10"/>
    <p:sldId id="348" r:id="rId11"/>
    <p:sldId id="341" r:id="rId12"/>
    <p:sldId id="357" r:id="rId13"/>
    <p:sldId id="349" r:id="rId14"/>
    <p:sldId id="342" r:id="rId15"/>
    <p:sldId id="350" r:id="rId16"/>
    <p:sldId id="351" r:id="rId17"/>
    <p:sldId id="353" r:id="rId18"/>
    <p:sldId id="354" r:id="rId19"/>
    <p:sldId id="355" r:id="rId20"/>
    <p:sldId id="356" r:id="rId21"/>
    <p:sldId id="343" r:id="rId22"/>
    <p:sldId id="352" r:id="rId23"/>
    <p:sldId id="344" r:id="rId24"/>
    <p:sldId id="345" r:id="rId25"/>
    <p:sldId id="272" r:id="rId26"/>
    <p:sldId id="333"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009900"/>
    <a:srgbClr val="F4AF83"/>
    <a:srgbClr val="006666"/>
    <a:srgbClr val="0099FF"/>
    <a:srgbClr val="008080"/>
    <a:srgbClr val="0F9F7D"/>
    <a:srgbClr val="008000"/>
    <a:srgbClr val="373545"/>
    <a:srgbClr val="AFAB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22D2A5-6801-43A5-BE80-7FE1AE5A6823}" v="100" dt="2026-03-10T17:07:32.1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1344" autoAdjust="0"/>
  </p:normalViewPr>
  <p:slideViewPr>
    <p:cSldViewPr snapToGrid="0">
      <p:cViewPr varScale="1">
        <p:scale>
          <a:sx n="89" d="100"/>
          <a:sy n="89" d="100"/>
        </p:scale>
        <p:origin x="466" y="7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2" d="100"/>
          <a:sy n="52" d="100"/>
        </p:scale>
        <p:origin x="2680" y="6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i Yadav" userId="bb953e4139f4bad6" providerId="LiveId" clId="{D5683BEA-6642-46EE-BB87-C5F71723A66D}"/>
    <pc:docChg chg="undo custSel addSld delSld modSld sldOrd">
      <pc:chgData name="Mahi Yadav" userId="bb953e4139f4bad6" providerId="LiveId" clId="{D5683BEA-6642-46EE-BB87-C5F71723A66D}" dt="2026-03-11T17:39:01.440" v="1222" actId="1036"/>
      <pc:docMkLst>
        <pc:docMk/>
      </pc:docMkLst>
      <pc:sldChg chg="addSp modSp">
        <pc:chgData name="Mahi Yadav" userId="bb953e4139f4bad6" providerId="LiveId" clId="{D5683BEA-6642-46EE-BB87-C5F71723A66D}" dt="2026-03-09T18:31:18.712" v="1018"/>
        <pc:sldMkLst>
          <pc:docMk/>
          <pc:sldMk cId="0" sldId="272"/>
        </pc:sldMkLst>
        <pc:spChg chg="add mod">
          <ac:chgData name="Mahi Yadav" userId="bb953e4139f4bad6" providerId="LiveId" clId="{D5683BEA-6642-46EE-BB87-C5F71723A66D}" dt="2026-03-09T18:31:18.712" v="1018"/>
          <ac:spMkLst>
            <pc:docMk/>
            <pc:sldMk cId="0" sldId="272"/>
            <ac:spMk id="3" creationId="{0C2835DF-50A2-79A5-FBCA-F657059E4174}"/>
          </ac:spMkLst>
        </pc:spChg>
      </pc:sldChg>
      <pc:sldChg chg="addSp modSp">
        <pc:chgData name="Mahi Yadav" userId="bb953e4139f4bad6" providerId="LiveId" clId="{D5683BEA-6642-46EE-BB87-C5F71723A66D}" dt="2026-03-09T18:30:06.663" v="1000"/>
        <pc:sldMkLst>
          <pc:docMk/>
          <pc:sldMk cId="0" sldId="273"/>
        </pc:sldMkLst>
        <pc:spChg chg="add mod">
          <ac:chgData name="Mahi Yadav" userId="bb953e4139f4bad6" providerId="LiveId" clId="{D5683BEA-6642-46EE-BB87-C5F71723A66D}" dt="2026-03-09T18:30:06.663" v="1000"/>
          <ac:spMkLst>
            <pc:docMk/>
            <pc:sldMk cId="0" sldId="273"/>
            <ac:spMk id="4" creationId="{CF27AC1A-E62C-A2BB-FF1E-CFA1747AA8C3}"/>
          </ac:spMkLst>
        </pc:spChg>
      </pc:sldChg>
      <pc:sldChg chg="addSp modSp del mod">
        <pc:chgData name="Mahi Yadav" userId="bb953e4139f4bad6" providerId="LiveId" clId="{D5683BEA-6642-46EE-BB87-C5F71723A66D}" dt="2026-03-10T16:54:28.379" v="1104" actId="47"/>
        <pc:sldMkLst>
          <pc:docMk/>
          <pc:sldMk cId="1485356417" sldId="289"/>
        </pc:sldMkLst>
      </pc:sldChg>
      <pc:sldChg chg="delSp modSp mod">
        <pc:chgData name="Mahi Yadav" userId="bb953e4139f4bad6" providerId="LiveId" clId="{D5683BEA-6642-46EE-BB87-C5F71723A66D}" dt="2026-03-10T16:55:07.892" v="1106" actId="20577"/>
        <pc:sldMkLst>
          <pc:docMk/>
          <pc:sldMk cId="0" sldId="332"/>
        </pc:sldMkLst>
        <pc:spChg chg="mod">
          <ac:chgData name="Mahi Yadav" userId="bb953e4139f4bad6" providerId="LiveId" clId="{D5683BEA-6642-46EE-BB87-C5F71723A66D}" dt="2026-03-09T16:29:05.276" v="274" actId="20577"/>
          <ac:spMkLst>
            <pc:docMk/>
            <pc:sldMk cId="0" sldId="332"/>
            <ac:spMk id="2" creationId="{00000000-0000-0000-0000-000000000000}"/>
          </ac:spMkLst>
        </pc:spChg>
        <pc:spChg chg="mod">
          <ac:chgData name="Mahi Yadav" userId="bb953e4139f4bad6" providerId="LiveId" clId="{D5683BEA-6642-46EE-BB87-C5F71723A66D}" dt="2026-03-09T16:26:28.124" v="58" actId="20577"/>
          <ac:spMkLst>
            <pc:docMk/>
            <pc:sldMk cId="0" sldId="332"/>
            <ac:spMk id="4" creationId="{00000000-0000-0000-0000-000000000000}"/>
          </ac:spMkLst>
        </pc:spChg>
        <pc:spChg chg="mod">
          <ac:chgData name="Mahi Yadav" userId="bb953e4139f4bad6" providerId="LiveId" clId="{D5683BEA-6642-46EE-BB87-C5F71723A66D}" dt="2026-03-09T16:27:48.130" v="179" actId="1076"/>
          <ac:spMkLst>
            <pc:docMk/>
            <pc:sldMk cId="0" sldId="332"/>
            <ac:spMk id="8" creationId="{00000000-0000-0000-0000-000000000000}"/>
          </ac:spMkLst>
        </pc:spChg>
        <pc:spChg chg="mod">
          <ac:chgData name="Mahi Yadav" userId="bb953e4139f4bad6" providerId="LiveId" clId="{D5683BEA-6642-46EE-BB87-C5F71723A66D}" dt="2026-03-10T16:55:07.892" v="1106" actId="20577"/>
          <ac:spMkLst>
            <pc:docMk/>
            <pc:sldMk cId="0" sldId="332"/>
            <ac:spMk id="9" creationId="{00000000-0000-0000-0000-000000000000}"/>
          </ac:spMkLst>
        </pc:spChg>
        <pc:spChg chg="mod">
          <ac:chgData name="Mahi Yadav" userId="bb953e4139f4bad6" providerId="LiveId" clId="{D5683BEA-6642-46EE-BB87-C5F71723A66D}" dt="2026-03-09T16:51:29.291" v="277" actId="20577"/>
          <ac:spMkLst>
            <pc:docMk/>
            <pc:sldMk cId="0" sldId="332"/>
            <ac:spMk id="11" creationId="{00000000-0000-0000-0000-000000000000}"/>
          </ac:spMkLst>
        </pc:spChg>
        <pc:spChg chg="mod">
          <ac:chgData name="Mahi Yadav" userId="bb953e4139f4bad6" providerId="LiveId" clId="{D5683BEA-6642-46EE-BB87-C5F71723A66D}" dt="2026-03-09T16:21:59.059" v="2" actId="1076"/>
          <ac:spMkLst>
            <pc:docMk/>
            <pc:sldMk cId="0" sldId="332"/>
            <ac:spMk id="15" creationId="{00000000-0000-0000-0000-000000000000}"/>
          </ac:spMkLst>
        </pc:spChg>
      </pc:sldChg>
      <pc:sldChg chg="addSp modSp">
        <pc:chgData name="Mahi Yadav" userId="bb953e4139f4bad6" providerId="LiveId" clId="{D5683BEA-6642-46EE-BB87-C5F71723A66D}" dt="2026-03-09T18:31:20.635" v="1019"/>
        <pc:sldMkLst>
          <pc:docMk/>
          <pc:sldMk cId="3673451714" sldId="333"/>
        </pc:sldMkLst>
        <pc:spChg chg="add mod">
          <ac:chgData name="Mahi Yadav" userId="bb953e4139f4bad6" providerId="LiveId" clId="{D5683BEA-6642-46EE-BB87-C5F71723A66D}" dt="2026-03-09T18:31:20.635" v="1019"/>
          <ac:spMkLst>
            <pc:docMk/>
            <pc:sldMk cId="3673451714" sldId="333"/>
            <ac:spMk id="3" creationId="{C35C4E18-920B-80D2-5114-7D9763FCA14F}"/>
          </ac:spMkLst>
        </pc:spChg>
      </pc:sldChg>
      <pc:sldChg chg="addSp modSp add mod">
        <pc:chgData name="Mahi Yadav" userId="bb953e4139f4bad6" providerId="LiveId" clId="{D5683BEA-6642-46EE-BB87-C5F71723A66D}" dt="2026-03-09T18:30:04.693" v="999"/>
        <pc:sldMkLst>
          <pc:docMk/>
          <pc:sldMk cId="3498831413" sldId="334"/>
        </pc:sldMkLst>
        <pc:spChg chg="mod">
          <ac:chgData name="Mahi Yadav" userId="bb953e4139f4bad6" providerId="LiveId" clId="{D5683BEA-6642-46EE-BB87-C5F71723A66D}" dt="2026-03-09T16:54:21.059" v="304" actId="120"/>
          <ac:spMkLst>
            <pc:docMk/>
            <pc:sldMk cId="3498831413" sldId="334"/>
            <ac:spMk id="2" creationId="{D76AE666-619E-6ED8-A997-3F53FCB600F0}"/>
          </ac:spMkLst>
        </pc:spChg>
        <pc:spChg chg="mod">
          <ac:chgData name="Mahi Yadav" userId="bb953e4139f4bad6" providerId="LiveId" clId="{D5683BEA-6642-46EE-BB87-C5F71723A66D}" dt="2026-03-09T16:56:08.235" v="306"/>
          <ac:spMkLst>
            <pc:docMk/>
            <pc:sldMk cId="3498831413" sldId="334"/>
            <ac:spMk id="3" creationId="{ECC1B36B-C940-E4E5-D287-0B4E05194C8A}"/>
          </ac:spMkLst>
        </pc:spChg>
        <pc:spChg chg="add mod">
          <ac:chgData name="Mahi Yadav" userId="bb953e4139f4bad6" providerId="LiveId" clId="{D5683BEA-6642-46EE-BB87-C5F71723A66D}" dt="2026-03-09T18:30:04.693" v="999"/>
          <ac:spMkLst>
            <pc:docMk/>
            <pc:sldMk cId="3498831413" sldId="334"/>
            <ac:spMk id="4" creationId="{9E4F8CDA-E988-6EB4-C52D-D39A2153BD88}"/>
          </ac:spMkLst>
        </pc:spChg>
      </pc:sldChg>
      <pc:sldChg chg="addSp modSp add mod">
        <pc:chgData name="Mahi Yadav" userId="bb953e4139f4bad6" providerId="LiveId" clId="{D5683BEA-6642-46EE-BB87-C5F71723A66D}" dt="2026-03-09T18:30:08.497" v="1001"/>
        <pc:sldMkLst>
          <pc:docMk/>
          <pc:sldMk cId="889178746" sldId="335"/>
        </pc:sldMkLst>
        <pc:spChg chg="mod">
          <ac:chgData name="Mahi Yadav" userId="bb953e4139f4bad6" providerId="LiveId" clId="{D5683BEA-6642-46EE-BB87-C5F71723A66D}" dt="2026-03-09T16:57:08.434" v="326" actId="20577"/>
          <ac:spMkLst>
            <pc:docMk/>
            <pc:sldMk cId="889178746" sldId="335"/>
            <ac:spMk id="2" creationId="{26E2F68A-FE23-E188-B718-3E5D36F21633}"/>
          </ac:spMkLst>
        </pc:spChg>
        <pc:spChg chg="mod">
          <ac:chgData name="Mahi Yadav" userId="bb953e4139f4bad6" providerId="LiveId" clId="{D5683BEA-6642-46EE-BB87-C5F71723A66D}" dt="2026-03-09T16:56:55.766" v="310"/>
          <ac:spMkLst>
            <pc:docMk/>
            <pc:sldMk cId="889178746" sldId="335"/>
            <ac:spMk id="3" creationId="{1863A1E9-7B38-E8A1-1A57-653061F439D6}"/>
          </ac:spMkLst>
        </pc:spChg>
        <pc:spChg chg="add mod">
          <ac:chgData name="Mahi Yadav" userId="bb953e4139f4bad6" providerId="LiveId" clId="{D5683BEA-6642-46EE-BB87-C5F71723A66D}" dt="2026-03-09T18:30:08.497" v="1001"/>
          <ac:spMkLst>
            <pc:docMk/>
            <pc:sldMk cId="889178746" sldId="335"/>
            <ac:spMk id="4" creationId="{39223D80-150A-DAFB-DCD3-0DC0FB43B349}"/>
          </ac:spMkLst>
        </pc:spChg>
      </pc:sldChg>
      <pc:sldChg chg="addSp modSp add mod">
        <pc:chgData name="Mahi Yadav" userId="bb953e4139f4bad6" providerId="LiveId" clId="{D5683BEA-6642-46EE-BB87-C5F71723A66D}" dt="2026-03-09T18:30:14.402" v="1002"/>
        <pc:sldMkLst>
          <pc:docMk/>
          <pc:sldMk cId="961152223" sldId="336"/>
        </pc:sldMkLst>
        <pc:spChg chg="mod">
          <ac:chgData name="Mahi Yadav" userId="bb953e4139f4bad6" providerId="LiveId" clId="{D5683BEA-6642-46EE-BB87-C5F71723A66D}" dt="2026-03-09T16:58:05.240" v="349" actId="20577"/>
          <ac:spMkLst>
            <pc:docMk/>
            <pc:sldMk cId="961152223" sldId="336"/>
            <ac:spMk id="2" creationId="{5EB86679-E36B-D9D2-0BE5-D1A0E8C56C47}"/>
          </ac:spMkLst>
        </pc:spChg>
        <pc:spChg chg="mod">
          <ac:chgData name="Mahi Yadav" userId="bb953e4139f4bad6" providerId="LiveId" clId="{D5683BEA-6642-46EE-BB87-C5F71723A66D}" dt="2026-03-09T18:20:58.992" v="995" actId="255"/>
          <ac:spMkLst>
            <pc:docMk/>
            <pc:sldMk cId="961152223" sldId="336"/>
            <ac:spMk id="3" creationId="{98254273-7953-D9B5-1E52-EB7CF30BF86E}"/>
          </ac:spMkLst>
        </pc:spChg>
        <pc:spChg chg="add mod">
          <ac:chgData name="Mahi Yadav" userId="bb953e4139f4bad6" providerId="LiveId" clId="{D5683BEA-6642-46EE-BB87-C5F71723A66D}" dt="2026-03-09T18:30:14.402" v="1002"/>
          <ac:spMkLst>
            <pc:docMk/>
            <pc:sldMk cId="961152223" sldId="336"/>
            <ac:spMk id="4" creationId="{FA54897F-D2DE-8B07-6424-EB3FE4A304A6}"/>
          </ac:spMkLst>
        </pc:spChg>
      </pc:sldChg>
      <pc:sldChg chg="addSp modSp add mod">
        <pc:chgData name="Mahi Yadav" userId="bb953e4139f4bad6" providerId="LiveId" clId="{D5683BEA-6642-46EE-BB87-C5F71723A66D}" dt="2026-03-09T18:30:42.285" v="1004"/>
        <pc:sldMkLst>
          <pc:docMk/>
          <pc:sldMk cId="1649987812" sldId="338"/>
        </pc:sldMkLst>
        <pc:spChg chg="mod">
          <ac:chgData name="Mahi Yadav" userId="bb953e4139f4bad6" providerId="LiveId" clId="{D5683BEA-6642-46EE-BB87-C5F71723A66D}" dt="2026-03-09T17:00:14.332" v="398"/>
          <ac:spMkLst>
            <pc:docMk/>
            <pc:sldMk cId="1649987812" sldId="338"/>
            <ac:spMk id="2" creationId="{29EE0E20-A296-C96E-D7FC-80F6C4685393}"/>
          </ac:spMkLst>
        </pc:spChg>
        <pc:spChg chg="mod">
          <ac:chgData name="Mahi Yadav" userId="bb953e4139f4bad6" providerId="LiveId" clId="{D5683BEA-6642-46EE-BB87-C5F71723A66D}" dt="2026-03-09T17:23:55.237" v="428" actId="255"/>
          <ac:spMkLst>
            <pc:docMk/>
            <pc:sldMk cId="1649987812" sldId="338"/>
            <ac:spMk id="3" creationId="{3EE3446F-1034-76F4-EF00-6B7E7151FEB9}"/>
          </ac:spMkLst>
        </pc:spChg>
        <pc:spChg chg="add mod">
          <ac:chgData name="Mahi Yadav" userId="bb953e4139f4bad6" providerId="LiveId" clId="{D5683BEA-6642-46EE-BB87-C5F71723A66D}" dt="2026-03-09T18:30:42.285" v="1004"/>
          <ac:spMkLst>
            <pc:docMk/>
            <pc:sldMk cId="1649987812" sldId="338"/>
            <ac:spMk id="4" creationId="{FE626631-A2C4-6E7C-4657-0DA78969D1C7}"/>
          </ac:spMkLst>
        </pc:spChg>
      </pc:sldChg>
      <pc:sldChg chg="addSp modSp add mod">
        <pc:chgData name="Mahi Yadav" userId="bb953e4139f4bad6" providerId="LiveId" clId="{D5683BEA-6642-46EE-BB87-C5F71723A66D}" dt="2026-03-09T18:30:44.251" v="1005"/>
        <pc:sldMkLst>
          <pc:docMk/>
          <pc:sldMk cId="1938556097" sldId="339"/>
        </pc:sldMkLst>
        <pc:spChg chg="mod">
          <ac:chgData name="Mahi Yadav" userId="bb953e4139f4bad6" providerId="LiveId" clId="{D5683BEA-6642-46EE-BB87-C5F71723A66D}" dt="2026-03-09T17:00:28.075" v="400" actId="5793"/>
          <ac:spMkLst>
            <pc:docMk/>
            <pc:sldMk cId="1938556097" sldId="339"/>
            <ac:spMk id="2" creationId="{136D2F32-26BC-92B4-7466-502DDC91B87C}"/>
          </ac:spMkLst>
        </pc:spChg>
        <pc:spChg chg="mod">
          <ac:chgData name="Mahi Yadav" userId="bb953e4139f4bad6" providerId="LiveId" clId="{D5683BEA-6642-46EE-BB87-C5F71723A66D}" dt="2026-03-09T17:25:21.294" v="441" actId="27636"/>
          <ac:spMkLst>
            <pc:docMk/>
            <pc:sldMk cId="1938556097" sldId="339"/>
            <ac:spMk id="3" creationId="{6D148284-6C3A-0B0F-75BF-5576E2D98EC3}"/>
          </ac:spMkLst>
        </pc:spChg>
        <pc:spChg chg="add mod">
          <ac:chgData name="Mahi Yadav" userId="bb953e4139f4bad6" providerId="LiveId" clId="{D5683BEA-6642-46EE-BB87-C5F71723A66D}" dt="2026-03-09T18:30:44.251" v="1005"/>
          <ac:spMkLst>
            <pc:docMk/>
            <pc:sldMk cId="1938556097" sldId="339"/>
            <ac:spMk id="4" creationId="{8E3E4D0D-6431-77F0-D871-FA1F7FC363A0}"/>
          </ac:spMkLst>
        </pc:spChg>
      </pc:sldChg>
      <pc:sldChg chg="modSp add mod">
        <pc:chgData name="Mahi Yadav" userId="bb953e4139f4bad6" providerId="LiveId" clId="{D5683BEA-6642-46EE-BB87-C5F71723A66D}" dt="2026-03-09T17:56:10.035" v="819" actId="27636"/>
        <pc:sldMkLst>
          <pc:docMk/>
          <pc:sldMk cId="1246434268" sldId="340"/>
        </pc:sldMkLst>
        <pc:spChg chg="mod">
          <ac:chgData name="Mahi Yadav" userId="bb953e4139f4bad6" providerId="LiveId" clId="{D5683BEA-6642-46EE-BB87-C5F71723A66D}" dt="2026-03-09T17:00:42.697" v="403"/>
          <ac:spMkLst>
            <pc:docMk/>
            <pc:sldMk cId="1246434268" sldId="340"/>
            <ac:spMk id="2" creationId="{36AB467E-6BE7-4B9E-A2B1-0DDACB5082F0}"/>
          </ac:spMkLst>
        </pc:spChg>
        <pc:spChg chg="mod">
          <ac:chgData name="Mahi Yadav" userId="bb953e4139f4bad6" providerId="LiveId" clId="{D5683BEA-6642-46EE-BB87-C5F71723A66D}" dt="2026-03-09T17:56:10.035" v="819" actId="27636"/>
          <ac:spMkLst>
            <pc:docMk/>
            <pc:sldMk cId="1246434268" sldId="340"/>
            <ac:spMk id="3" creationId="{55050A2E-1E14-9CB3-6D60-C87B4DB0C726}"/>
          </ac:spMkLst>
        </pc:spChg>
      </pc:sldChg>
      <pc:sldChg chg="addSp modSp add mod">
        <pc:chgData name="Mahi Yadav" userId="bb953e4139f4bad6" providerId="LiveId" clId="{D5683BEA-6642-46EE-BB87-C5F71723A66D}" dt="2026-03-11T17:38:21.424" v="1220" actId="1036"/>
        <pc:sldMkLst>
          <pc:docMk/>
          <pc:sldMk cId="2162104723" sldId="341"/>
        </pc:sldMkLst>
        <pc:spChg chg="mod">
          <ac:chgData name="Mahi Yadav" userId="bb953e4139f4bad6" providerId="LiveId" clId="{D5683BEA-6642-46EE-BB87-C5F71723A66D}" dt="2026-03-09T17:00:51.692" v="404"/>
          <ac:spMkLst>
            <pc:docMk/>
            <pc:sldMk cId="2162104723" sldId="341"/>
            <ac:spMk id="2" creationId="{A4955C99-30E1-2EB9-B4B4-A1A6C1D0AAE5}"/>
          </ac:spMkLst>
        </pc:spChg>
        <pc:spChg chg="mod">
          <ac:chgData name="Mahi Yadav" userId="bb953e4139f4bad6" providerId="LiveId" clId="{D5683BEA-6642-46EE-BB87-C5F71723A66D}" dt="2026-03-10T16:38:32.036" v="1066" actId="12"/>
          <ac:spMkLst>
            <pc:docMk/>
            <pc:sldMk cId="2162104723" sldId="341"/>
            <ac:spMk id="3" creationId="{7C11E148-9003-39B0-820A-C57CE0DFC371}"/>
          </ac:spMkLst>
        </pc:spChg>
        <pc:spChg chg="add mod">
          <ac:chgData name="Mahi Yadav" userId="bb953e4139f4bad6" providerId="LiveId" clId="{D5683BEA-6642-46EE-BB87-C5F71723A66D}" dt="2026-03-09T18:30:52.519" v="1007"/>
          <ac:spMkLst>
            <pc:docMk/>
            <pc:sldMk cId="2162104723" sldId="341"/>
            <ac:spMk id="4" creationId="{60F8B627-B092-458E-52C8-6730910F7CB1}"/>
          </ac:spMkLst>
        </pc:spChg>
        <pc:picChg chg="add mod">
          <ac:chgData name="Mahi Yadav" userId="bb953e4139f4bad6" providerId="LiveId" clId="{D5683BEA-6642-46EE-BB87-C5F71723A66D}" dt="2026-03-11T17:38:21.424" v="1220" actId="1036"/>
          <ac:picMkLst>
            <pc:docMk/>
            <pc:sldMk cId="2162104723" sldId="341"/>
            <ac:picMk id="5" creationId="{B2CA3A7D-E606-B34E-BC43-B45D76900E3F}"/>
          </ac:picMkLst>
        </pc:picChg>
      </pc:sldChg>
      <pc:sldChg chg="addSp delSp modSp add mod">
        <pc:chgData name="Mahi Yadav" userId="bb953e4139f4bad6" providerId="LiveId" clId="{D5683BEA-6642-46EE-BB87-C5F71723A66D}" dt="2026-03-09T18:31:01.838" v="1011" actId="478"/>
        <pc:sldMkLst>
          <pc:docMk/>
          <pc:sldMk cId="3100435391" sldId="342"/>
        </pc:sldMkLst>
        <pc:spChg chg="mod">
          <ac:chgData name="Mahi Yadav" userId="bb953e4139f4bad6" providerId="LiveId" clId="{D5683BEA-6642-46EE-BB87-C5F71723A66D}" dt="2026-03-09T17:01:11.508" v="407"/>
          <ac:spMkLst>
            <pc:docMk/>
            <pc:sldMk cId="3100435391" sldId="342"/>
            <ac:spMk id="2" creationId="{7277ED21-5A0A-AEE6-CD99-E9ECF6DCE265}"/>
          </ac:spMkLst>
        </pc:spChg>
        <pc:spChg chg="mod">
          <ac:chgData name="Mahi Yadav" userId="bb953e4139f4bad6" providerId="LiveId" clId="{D5683BEA-6642-46EE-BB87-C5F71723A66D}" dt="2026-03-09T17:58:09.738" v="849"/>
          <ac:spMkLst>
            <pc:docMk/>
            <pc:sldMk cId="3100435391" sldId="342"/>
            <ac:spMk id="3" creationId="{FC205E0C-AB39-3E8A-D5E7-7BBE9A994DF9}"/>
          </ac:spMkLst>
        </pc:spChg>
        <pc:spChg chg="add mod">
          <ac:chgData name="Mahi Yadav" userId="bb953e4139f4bad6" providerId="LiveId" clId="{D5683BEA-6642-46EE-BB87-C5F71723A66D}" dt="2026-03-09T18:30:56.530" v="1009"/>
          <ac:spMkLst>
            <pc:docMk/>
            <pc:sldMk cId="3100435391" sldId="342"/>
            <ac:spMk id="6" creationId="{200930F4-3ED4-DFA5-A3DE-73383B2B7588}"/>
          </ac:spMkLst>
        </pc:spChg>
        <pc:picChg chg="add mod">
          <ac:chgData name="Mahi Yadav" userId="bb953e4139f4bad6" providerId="LiveId" clId="{D5683BEA-6642-46EE-BB87-C5F71723A66D}" dt="2026-03-09T17:58:22.633" v="851" actId="1076"/>
          <ac:picMkLst>
            <pc:docMk/>
            <pc:sldMk cId="3100435391" sldId="342"/>
            <ac:picMk id="4" creationId="{ACE4CA7F-C8B7-D95E-0CB0-94CBF4E048DE}"/>
          </ac:picMkLst>
        </pc:picChg>
        <pc:picChg chg="add mod">
          <ac:chgData name="Mahi Yadav" userId="bb953e4139f4bad6" providerId="LiveId" clId="{D5683BEA-6642-46EE-BB87-C5F71723A66D}" dt="2026-03-09T17:58:32.766" v="853" actId="1076"/>
          <ac:picMkLst>
            <pc:docMk/>
            <pc:sldMk cId="3100435391" sldId="342"/>
            <ac:picMk id="5" creationId="{A8B8AB80-ED32-60C5-4E22-1FD0C410D8A4}"/>
          </ac:picMkLst>
        </pc:picChg>
      </pc:sldChg>
      <pc:sldChg chg="addSp delSp modSp add mod">
        <pc:chgData name="Mahi Yadav" userId="bb953e4139f4bad6" providerId="LiveId" clId="{D5683BEA-6642-46EE-BB87-C5F71723A66D}" dt="2026-03-09T18:31:09.734" v="1014"/>
        <pc:sldMkLst>
          <pc:docMk/>
          <pc:sldMk cId="4253057410" sldId="343"/>
        </pc:sldMkLst>
        <pc:spChg chg="mod">
          <ac:chgData name="Mahi Yadav" userId="bb953e4139f4bad6" providerId="LiveId" clId="{D5683BEA-6642-46EE-BB87-C5F71723A66D}" dt="2026-03-09T17:01:42.818" v="409" actId="5793"/>
          <ac:spMkLst>
            <pc:docMk/>
            <pc:sldMk cId="4253057410" sldId="343"/>
            <ac:spMk id="2" creationId="{D2031D47-1BB8-9C57-FF67-F4C4AE900B15}"/>
          </ac:spMkLst>
        </pc:spChg>
        <pc:spChg chg="add mod">
          <ac:chgData name="Mahi Yadav" userId="bb953e4139f4bad6" providerId="LiveId" clId="{D5683BEA-6642-46EE-BB87-C5F71723A66D}" dt="2026-03-09T18:16:51.025" v="951" actId="58"/>
          <ac:spMkLst>
            <pc:docMk/>
            <pc:sldMk cId="4253057410" sldId="343"/>
            <ac:spMk id="7" creationId="{EE8B105C-9585-832A-5F81-ABB33218CDFD}"/>
          </ac:spMkLst>
        </pc:spChg>
        <pc:spChg chg="add mod">
          <ac:chgData name="Mahi Yadav" userId="bb953e4139f4bad6" providerId="LiveId" clId="{D5683BEA-6642-46EE-BB87-C5F71723A66D}" dt="2026-03-09T18:31:09.734" v="1014"/>
          <ac:spMkLst>
            <pc:docMk/>
            <pc:sldMk cId="4253057410" sldId="343"/>
            <ac:spMk id="10" creationId="{71EB186A-F0FB-0A9B-87EB-41F0E71B1690}"/>
          </ac:spMkLst>
        </pc:spChg>
        <pc:picChg chg="add mod">
          <ac:chgData name="Mahi Yadav" userId="bb953e4139f4bad6" providerId="LiveId" clId="{D5683BEA-6642-46EE-BB87-C5F71723A66D}" dt="2026-03-09T18:16:33.745" v="928" actId="14100"/>
          <ac:picMkLst>
            <pc:docMk/>
            <pc:sldMk cId="4253057410" sldId="343"/>
            <ac:picMk id="9" creationId="{B0DB8840-C055-81BD-EF43-0596E0C4DE96}"/>
          </ac:picMkLst>
        </pc:picChg>
      </pc:sldChg>
      <pc:sldChg chg="addSp modSp add mod">
        <pc:chgData name="Mahi Yadav" userId="bb953e4139f4bad6" providerId="LiveId" clId="{D5683BEA-6642-46EE-BB87-C5F71723A66D}" dt="2026-03-09T18:31:13.666" v="1016"/>
        <pc:sldMkLst>
          <pc:docMk/>
          <pc:sldMk cId="1357760578" sldId="344"/>
        </pc:sldMkLst>
        <pc:spChg chg="mod">
          <ac:chgData name="Mahi Yadav" userId="bb953e4139f4bad6" providerId="LiveId" clId="{D5683BEA-6642-46EE-BB87-C5F71723A66D}" dt="2026-03-09T17:02:02.245" v="412"/>
          <ac:spMkLst>
            <pc:docMk/>
            <pc:sldMk cId="1357760578" sldId="344"/>
            <ac:spMk id="2" creationId="{64A4D25D-33BB-20C4-77B6-D6252BB6D836}"/>
          </ac:spMkLst>
        </pc:spChg>
        <pc:spChg chg="mod">
          <ac:chgData name="Mahi Yadav" userId="bb953e4139f4bad6" providerId="LiveId" clId="{D5683BEA-6642-46EE-BB87-C5F71723A66D}" dt="2026-03-09T18:18:23.330" v="956" actId="313"/>
          <ac:spMkLst>
            <pc:docMk/>
            <pc:sldMk cId="1357760578" sldId="344"/>
            <ac:spMk id="3" creationId="{27CBFFE2-C9AC-5E58-A143-AB01AA40A424}"/>
          </ac:spMkLst>
        </pc:spChg>
        <pc:spChg chg="add mod">
          <ac:chgData name="Mahi Yadav" userId="bb953e4139f4bad6" providerId="LiveId" clId="{D5683BEA-6642-46EE-BB87-C5F71723A66D}" dt="2026-03-09T18:31:13.666" v="1016"/>
          <ac:spMkLst>
            <pc:docMk/>
            <pc:sldMk cId="1357760578" sldId="344"/>
            <ac:spMk id="4" creationId="{ECDF4F95-79DE-3D43-ED33-96D71CCD9093}"/>
          </ac:spMkLst>
        </pc:spChg>
      </pc:sldChg>
      <pc:sldChg chg="addSp modSp add mod">
        <pc:chgData name="Mahi Yadav" userId="bb953e4139f4bad6" providerId="LiveId" clId="{D5683BEA-6642-46EE-BB87-C5F71723A66D}" dt="2026-03-09T18:31:16.419" v="1017"/>
        <pc:sldMkLst>
          <pc:docMk/>
          <pc:sldMk cId="2271534151" sldId="345"/>
        </pc:sldMkLst>
        <pc:spChg chg="mod">
          <ac:chgData name="Mahi Yadav" userId="bb953e4139f4bad6" providerId="LiveId" clId="{D5683BEA-6642-46EE-BB87-C5F71723A66D}" dt="2026-03-09T17:02:36.843" v="416" actId="5793"/>
          <ac:spMkLst>
            <pc:docMk/>
            <pc:sldMk cId="2271534151" sldId="345"/>
            <ac:spMk id="2" creationId="{F35EC2AE-39B4-B4A3-A7AD-8194397A8647}"/>
          </ac:spMkLst>
        </pc:spChg>
        <pc:spChg chg="mod">
          <ac:chgData name="Mahi Yadav" userId="bb953e4139f4bad6" providerId="LiveId" clId="{D5683BEA-6642-46EE-BB87-C5F71723A66D}" dt="2026-03-09T18:20:00.376" v="994" actId="20577"/>
          <ac:spMkLst>
            <pc:docMk/>
            <pc:sldMk cId="2271534151" sldId="345"/>
            <ac:spMk id="3" creationId="{5D9FDF8A-38EA-87EC-5203-7B9FD343349C}"/>
          </ac:spMkLst>
        </pc:spChg>
        <pc:spChg chg="add mod">
          <ac:chgData name="Mahi Yadav" userId="bb953e4139f4bad6" providerId="LiveId" clId="{D5683BEA-6642-46EE-BB87-C5F71723A66D}" dt="2026-03-09T18:31:16.419" v="1017"/>
          <ac:spMkLst>
            <pc:docMk/>
            <pc:sldMk cId="2271534151" sldId="345"/>
            <ac:spMk id="4" creationId="{A6503976-2490-00A5-5B10-85B09C74CC49}"/>
          </ac:spMkLst>
        </pc:spChg>
      </pc:sldChg>
      <pc:sldChg chg="addSp delSp modSp add mod ord">
        <pc:chgData name="Mahi Yadav" userId="bb953e4139f4bad6" providerId="LiveId" clId="{D5683BEA-6642-46EE-BB87-C5F71723A66D}" dt="2026-03-10T17:09:43.146" v="1211" actId="14100"/>
        <pc:sldMkLst>
          <pc:docMk/>
          <pc:sldMk cId="2494477463" sldId="346"/>
        </pc:sldMkLst>
        <pc:spChg chg="mod">
          <ac:chgData name="Mahi Yadav" userId="bb953e4139f4bad6" providerId="LiveId" clId="{D5683BEA-6642-46EE-BB87-C5F71723A66D}" dt="2026-03-09T17:46:35.530" v="798" actId="14100"/>
          <ac:spMkLst>
            <pc:docMk/>
            <pc:sldMk cId="2494477463" sldId="346"/>
            <ac:spMk id="2" creationId="{219D8DE2-676C-12F7-8E45-D8BF7B6F7B11}"/>
          </ac:spMkLst>
        </pc:spChg>
        <pc:spChg chg="add mod ord">
          <ac:chgData name="Mahi Yadav" userId="bb953e4139f4bad6" providerId="LiveId" clId="{D5683BEA-6642-46EE-BB87-C5F71723A66D}" dt="2026-03-09T17:46:48.007" v="800" actId="14100"/>
          <ac:spMkLst>
            <pc:docMk/>
            <pc:sldMk cId="2494477463" sldId="346"/>
            <ac:spMk id="12" creationId="{19DB0F34-DB62-EDD1-EA22-32C9DC8AF05B}"/>
          </ac:spMkLst>
        </pc:spChg>
        <pc:spChg chg="add mod">
          <ac:chgData name="Mahi Yadav" userId="bb953e4139f4bad6" providerId="LiveId" clId="{D5683BEA-6642-46EE-BB87-C5F71723A66D}" dt="2026-03-09T18:30:39.852" v="1003"/>
          <ac:spMkLst>
            <pc:docMk/>
            <pc:sldMk cId="2494477463" sldId="346"/>
            <ac:spMk id="18" creationId="{F331F37E-293E-B04F-80D0-3FB2BD85CD0B}"/>
          </ac:spMkLst>
        </pc:spChg>
        <pc:graphicFrameChg chg="add mod ord modGraphic">
          <ac:chgData name="Mahi Yadav" userId="bb953e4139f4bad6" providerId="LiveId" clId="{D5683BEA-6642-46EE-BB87-C5F71723A66D}" dt="2026-03-10T17:09:43.146" v="1211" actId="14100"/>
          <ac:graphicFrameMkLst>
            <pc:docMk/>
            <pc:sldMk cId="2494477463" sldId="346"/>
            <ac:graphicFrameMk id="4" creationId="{9D82AC32-9347-4CC3-0DC5-D49D78C4DB7D}"/>
          </ac:graphicFrameMkLst>
        </pc:graphicFrameChg>
        <pc:cxnChg chg="add mod">
          <ac:chgData name="Mahi Yadav" userId="bb953e4139f4bad6" providerId="LiveId" clId="{D5683BEA-6642-46EE-BB87-C5F71723A66D}" dt="2026-03-09T17:47:28.137" v="806" actId="14100"/>
          <ac:cxnSpMkLst>
            <pc:docMk/>
            <pc:sldMk cId="2494477463" sldId="346"/>
            <ac:cxnSpMk id="6" creationId="{858D4E90-13D5-D8D7-3D35-8F1E7DDCB91B}"/>
          </ac:cxnSpMkLst>
        </pc:cxnChg>
        <pc:cxnChg chg="add mod">
          <ac:chgData name="Mahi Yadav" userId="bb953e4139f4bad6" providerId="LiveId" clId="{D5683BEA-6642-46EE-BB87-C5F71723A66D}" dt="2026-03-09T17:47:37.380" v="808" actId="14100"/>
          <ac:cxnSpMkLst>
            <pc:docMk/>
            <pc:sldMk cId="2494477463" sldId="346"/>
            <ac:cxnSpMk id="11" creationId="{A4C4033C-0D13-815B-6E49-005EA7119BCB}"/>
          </ac:cxnSpMkLst>
        </pc:cxnChg>
        <pc:cxnChg chg="add mod">
          <ac:chgData name="Mahi Yadav" userId="bb953e4139f4bad6" providerId="LiveId" clId="{D5683BEA-6642-46EE-BB87-C5F71723A66D}" dt="2026-03-09T17:48:51.257" v="814" actId="1076"/>
          <ac:cxnSpMkLst>
            <pc:docMk/>
            <pc:sldMk cId="2494477463" sldId="346"/>
            <ac:cxnSpMk id="16" creationId="{2E04F11E-58FD-28A8-111E-153496F04515}"/>
          </ac:cxnSpMkLst>
        </pc:cxnChg>
      </pc:sldChg>
      <pc:sldChg chg="addSp modSp add del">
        <pc:chgData name="Mahi Yadav" userId="bb953e4139f4bad6" providerId="LiveId" clId="{D5683BEA-6642-46EE-BB87-C5F71723A66D}" dt="2026-03-10T17:11:37.613" v="1218" actId="47"/>
        <pc:sldMkLst>
          <pc:docMk/>
          <pc:sldMk cId="185847911" sldId="347"/>
        </pc:sldMkLst>
      </pc:sldChg>
      <pc:sldChg chg="addSp modSp add mod">
        <pc:chgData name="Mahi Yadav" userId="bb953e4139f4bad6" providerId="LiveId" clId="{D5683BEA-6642-46EE-BB87-C5F71723A66D}" dt="2026-03-09T18:30:50.755" v="1006"/>
        <pc:sldMkLst>
          <pc:docMk/>
          <pc:sldMk cId="888823285" sldId="348"/>
        </pc:sldMkLst>
        <pc:spChg chg="mod">
          <ac:chgData name="Mahi Yadav" userId="bb953e4139f4bad6" providerId="LiveId" clId="{D5683BEA-6642-46EE-BB87-C5F71723A66D}" dt="2026-03-09T17:56:37.493" v="823"/>
          <ac:spMkLst>
            <pc:docMk/>
            <pc:sldMk cId="888823285" sldId="348"/>
            <ac:spMk id="2" creationId="{53BE2242-9D1F-8FE6-6593-D2204C8280BB}"/>
          </ac:spMkLst>
        </pc:spChg>
        <pc:spChg chg="mod">
          <ac:chgData name="Mahi Yadav" userId="bb953e4139f4bad6" providerId="LiveId" clId="{D5683BEA-6642-46EE-BB87-C5F71723A66D}" dt="2026-03-09T17:56:28.798" v="822" actId="27636"/>
          <ac:spMkLst>
            <pc:docMk/>
            <pc:sldMk cId="888823285" sldId="348"/>
            <ac:spMk id="3" creationId="{A4A793E3-DAD4-B6C0-823C-2B0D2D8D83B9}"/>
          </ac:spMkLst>
        </pc:spChg>
        <pc:spChg chg="add mod">
          <ac:chgData name="Mahi Yadav" userId="bb953e4139f4bad6" providerId="LiveId" clId="{D5683BEA-6642-46EE-BB87-C5F71723A66D}" dt="2026-03-09T18:30:50.755" v="1006"/>
          <ac:spMkLst>
            <pc:docMk/>
            <pc:sldMk cId="888823285" sldId="348"/>
            <ac:spMk id="4" creationId="{0052DC2D-4DB3-EFD0-3D8F-5AE0DAEA3FCB}"/>
          </ac:spMkLst>
        </pc:spChg>
      </pc:sldChg>
      <pc:sldChg chg="addSp delSp modSp add mod">
        <pc:chgData name="Mahi Yadav" userId="bb953e4139f4bad6" providerId="LiveId" clId="{D5683BEA-6642-46EE-BB87-C5F71723A66D}" dt="2026-03-09T18:30:54.366" v="1008"/>
        <pc:sldMkLst>
          <pc:docMk/>
          <pc:sldMk cId="3325524327" sldId="349"/>
        </pc:sldMkLst>
        <pc:spChg chg="mod">
          <ac:chgData name="Mahi Yadav" userId="bb953e4139f4bad6" providerId="LiveId" clId="{D5683BEA-6642-46EE-BB87-C5F71723A66D}" dt="2026-03-09T17:57:15.089" v="844" actId="20577"/>
          <ac:spMkLst>
            <pc:docMk/>
            <pc:sldMk cId="3325524327" sldId="349"/>
            <ac:spMk id="2" creationId="{2E1AC705-C5ED-84A3-F786-44CA410FC826}"/>
          </ac:spMkLst>
        </pc:spChg>
        <pc:spChg chg="add mod">
          <ac:chgData name="Mahi Yadav" userId="bb953e4139f4bad6" providerId="LiveId" clId="{D5683BEA-6642-46EE-BB87-C5F71723A66D}" dt="2026-03-09T18:30:54.366" v="1008"/>
          <ac:spMkLst>
            <pc:docMk/>
            <pc:sldMk cId="3325524327" sldId="349"/>
            <ac:spMk id="9" creationId="{A37F88D2-B4AE-AF32-7358-69AAF3A04827}"/>
          </ac:spMkLst>
        </pc:spChg>
        <pc:picChg chg="add mod">
          <ac:chgData name="Mahi Yadav" userId="bb953e4139f4bad6" providerId="LiveId" clId="{D5683BEA-6642-46EE-BB87-C5F71723A66D}" dt="2026-03-09T17:57:40.084" v="848" actId="14100"/>
          <ac:picMkLst>
            <pc:docMk/>
            <pc:sldMk cId="3325524327" sldId="349"/>
            <ac:picMk id="8" creationId="{8A8348EB-BAC9-4734-8766-402ED3276C57}"/>
          </ac:picMkLst>
        </pc:picChg>
      </pc:sldChg>
      <pc:sldChg chg="addSp delSp modSp add mod">
        <pc:chgData name="Mahi Yadav" userId="bb953e4139f4bad6" providerId="LiveId" clId="{D5683BEA-6642-46EE-BB87-C5F71723A66D}" dt="2026-03-09T18:31:05.036" v="1012"/>
        <pc:sldMkLst>
          <pc:docMk/>
          <pc:sldMk cId="331945371" sldId="350"/>
        </pc:sldMkLst>
        <pc:spChg chg="mod">
          <ac:chgData name="Mahi Yadav" userId="bb953e4139f4bad6" providerId="LiveId" clId="{D5683BEA-6642-46EE-BB87-C5F71723A66D}" dt="2026-03-09T17:58:50.913" v="856" actId="27636"/>
          <ac:spMkLst>
            <pc:docMk/>
            <pc:sldMk cId="331945371" sldId="350"/>
            <ac:spMk id="3" creationId="{0A287479-D195-5EF4-98D3-CCDC5653B4BA}"/>
          </ac:spMkLst>
        </pc:spChg>
        <pc:spChg chg="add mod">
          <ac:chgData name="Mahi Yadav" userId="bb953e4139f4bad6" providerId="LiveId" clId="{D5683BEA-6642-46EE-BB87-C5F71723A66D}" dt="2026-03-09T18:31:05.036" v="1012"/>
          <ac:spMkLst>
            <pc:docMk/>
            <pc:sldMk cId="331945371" sldId="350"/>
            <ac:spMk id="8" creationId="{7D275109-136C-856D-CF7B-0F15382CF27C}"/>
          </ac:spMkLst>
        </pc:spChg>
        <pc:picChg chg="add mod">
          <ac:chgData name="Mahi Yadav" userId="bb953e4139f4bad6" providerId="LiveId" clId="{D5683BEA-6642-46EE-BB87-C5F71723A66D}" dt="2026-03-09T17:59:07.445" v="860" actId="1076"/>
          <ac:picMkLst>
            <pc:docMk/>
            <pc:sldMk cId="331945371" sldId="350"/>
            <ac:picMk id="6" creationId="{08682264-C461-1553-2BAE-E0AFD0E2BE60}"/>
          </ac:picMkLst>
        </pc:picChg>
        <pc:picChg chg="add mod">
          <ac:chgData name="Mahi Yadav" userId="bb953e4139f4bad6" providerId="LiveId" clId="{D5683BEA-6642-46EE-BB87-C5F71723A66D}" dt="2026-03-09T17:59:18.408" v="863" actId="1076"/>
          <ac:picMkLst>
            <pc:docMk/>
            <pc:sldMk cId="331945371" sldId="350"/>
            <ac:picMk id="7" creationId="{A04F9A10-5A50-74C6-A5DC-4BDD4A17EF2E}"/>
          </ac:picMkLst>
        </pc:picChg>
      </pc:sldChg>
      <pc:sldChg chg="addSp delSp modSp add mod">
        <pc:chgData name="Mahi Yadav" userId="bb953e4139f4bad6" providerId="LiveId" clId="{D5683BEA-6642-46EE-BB87-C5F71723A66D}" dt="2026-03-10T14:25:07.378" v="1023" actId="14100"/>
        <pc:sldMkLst>
          <pc:docMk/>
          <pc:sldMk cId="71986745" sldId="351"/>
        </pc:sldMkLst>
        <pc:spChg chg="mod">
          <ac:chgData name="Mahi Yadav" userId="bb953e4139f4bad6" providerId="LiveId" clId="{D5683BEA-6642-46EE-BB87-C5F71723A66D}" dt="2026-03-09T18:00:56.847" v="885" actId="20577"/>
          <ac:spMkLst>
            <pc:docMk/>
            <pc:sldMk cId="71986745" sldId="351"/>
            <ac:spMk id="2" creationId="{D30F41DE-86D4-A036-443D-77CBE6F208E6}"/>
          </ac:spMkLst>
        </pc:spChg>
        <pc:spChg chg="del mod">
          <ac:chgData name="Mahi Yadav" userId="bb953e4139f4bad6" providerId="LiveId" clId="{D5683BEA-6642-46EE-BB87-C5F71723A66D}" dt="2026-03-10T14:25:00.948" v="1021"/>
          <ac:spMkLst>
            <pc:docMk/>
            <pc:sldMk cId="71986745" sldId="351"/>
            <ac:spMk id="3" creationId="{4A605B4A-378C-12DB-6966-23F9D61ED3CD}"/>
          </ac:spMkLst>
        </pc:spChg>
        <pc:spChg chg="add mod">
          <ac:chgData name="Mahi Yadav" userId="bb953e4139f4bad6" providerId="LiveId" clId="{D5683BEA-6642-46EE-BB87-C5F71723A66D}" dt="2026-03-09T18:31:07.508" v="1013"/>
          <ac:spMkLst>
            <pc:docMk/>
            <pc:sldMk cId="71986745" sldId="351"/>
            <ac:spMk id="4" creationId="{14D155CA-4074-735B-D75D-858850B60770}"/>
          </ac:spMkLst>
        </pc:spChg>
        <pc:picChg chg="add mod">
          <ac:chgData name="Mahi Yadav" userId="bb953e4139f4bad6" providerId="LiveId" clId="{D5683BEA-6642-46EE-BB87-C5F71723A66D}" dt="2026-03-10T14:25:07.378" v="1023" actId="14100"/>
          <ac:picMkLst>
            <pc:docMk/>
            <pc:sldMk cId="71986745" sldId="351"/>
            <ac:picMk id="5" creationId="{CB961658-63D0-4E6C-886D-959A867C9C98}"/>
          </ac:picMkLst>
        </pc:picChg>
      </pc:sldChg>
      <pc:sldChg chg="addSp delSp modSp add mod">
        <pc:chgData name="Mahi Yadav" userId="bb953e4139f4bad6" providerId="LiveId" clId="{D5683BEA-6642-46EE-BB87-C5F71723A66D}" dt="2026-03-10T17:11:18.425" v="1217" actId="20577"/>
        <pc:sldMkLst>
          <pc:docMk/>
          <pc:sldMk cId="3875966530" sldId="352"/>
        </pc:sldMkLst>
        <pc:spChg chg="mod">
          <ac:chgData name="Mahi Yadav" userId="bb953e4139f4bad6" providerId="LiveId" clId="{D5683BEA-6642-46EE-BB87-C5F71723A66D}" dt="2026-03-09T18:19:30.316" v="986" actId="20577"/>
          <ac:spMkLst>
            <pc:docMk/>
            <pc:sldMk cId="3875966530" sldId="352"/>
            <ac:spMk id="2" creationId="{11FD7D67-8048-84CD-6407-DB22E50DEE59}"/>
          </ac:spMkLst>
        </pc:spChg>
        <pc:spChg chg="add mod">
          <ac:chgData name="Mahi Yadav" userId="bb953e4139f4bad6" providerId="LiveId" clId="{D5683BEA-6642-46EE-BB87-C5F71723A66D}" dt="2026-03-09T18:31:11.644" v="1015"/>
          <ac:spMkLst>
            <pc:docMk/>
            <pc:sldMk cId="3875966530" sldId="352"/>
            <ac:spMk id="3" creationId="{421509A4-7845-9282-F2BC-9B5469CA88F8}"/>
          </ac:spMkLst>
        </pc:spChg>
        <pc:spChg chg="mod">
          <ac:chgData name="Mahi Yadav" userId="bb953e4139f4bad6" providerId="LiveId" clId="{D5683BEA-6642-46EE-BB87-C5F71723A66D}" dt="2026-03-10T17:11:18.425" v="1217" actId="20577"/>
          <ac:spMkLst>
            <pc:docMk/>
            <pc:sldMk cId="3875966530" sldId="352"/>
            <ac:spMk id="7" creationId="{5B0E4053-92D5-E762-262F-ACCCDA522B49}"/>
          </ac:spMkLst>
        </pc:spChg>
      </pc:sldChg>
      <pc:sldChg chg="addSp delSp modSp add mod">
        <pc:chgData name="Mahi Yadav" userId="bb953e4139f4bad6" providerId="LiveId" clId="{D5683BEA-6642-46EE-BB87-C5F71723A66D}" dt="2026-03-10T14:26:08.040" v="1034" actId="14100"/>
        <pc:sldMkLst>
          <pc:docMk/>
          <pc:sldMk cId="4183690359" sldId="353"/>
        </pc:sldMkLst>
        <pc:spChg chg="add del mod">
          <ac:chgData name="Mahi Yadav" userId="bb953e4139f4bad6" providerId="LiveId" clId="{D5683BEA-6642-46EE-BB87-C5F71723A66D}" dt="2026-03-10T14:25:51.054" v="1030"/>
          <ac:spMkLst>
            <pc:docMk/>
            <pc:sldMk cId="4183690359" sldId="353"/>
            <ac:spMk id="7" creationId="{B4DBD94D-88F4-D68A-2A31-6A61070C87E8}"/>
          </ac:spMkLst>
        </pc:spChg>
        <pc:picChg chg="add mod">
          <ac:chgData name="Mahi Yadav" userId="bb953e4139f4bad6" providerId="LiveId" clId="{D5683BEA-6642-46EE-BB87-C5F71723A66D}" dt="2026-03-10T14:25:46.032" v="1028"/>
          <ac:picMkLst>
            <pc:docMk/>
            <pc:sldMk cId="4183690359" sldId="353"/>
            <ac:picMk id="3" creationId="{DE6F2B5B-135D-5F4B-F9F6-FE586A761480}"/>
          </ac:picMkLst>
        </pc:picChg>
        <pc:picChg chg="del">
          <ac:chgData name="Mahi Yadav" userId="bb953e4139f4bad6" providerId="LiveId" clId="{D5683BEA-6642-46EE-BB87-C5F71723A66D}" dt="2026-03-10T14:25:49.854" v="1029" actId="478"/>
          <ac:picMkLst>
            <pc:docMk/>
            <pc:sldMk cId="4183690359" sldId="353"/>
            <ac:picMk id="5" creationId="{B9729893-FB8F-2219-183C-B7CB1B877444}"/>
          </ac:picMkLst>
        </pc:picChg>
        <pc:picChg chg="add mod">
          <ac:chgData name="Mahi Yadav" userId="bb953e4139f4bad6" providerId="LiveId" clId="{D5683BEA-6642-46EE-BB87-C5F71723A66D}" dt="2026-03-10T14:26:08.040" v="1034" actId="14100"/>
          <ac:picMkLst>
            <pc:docMk/>
            <pc:sldMk cId="4183690359" sldId="353"/>
            <ac:picMk id="8" creationId="{4A331568-C0BA-87FC-4743-1FDFACBA9C50}"/>
          </ac:picMkLst>
        </pc:picChg>
      </pc:sldChg>
      <pc:sldChg chg="addSp delSp modSp add mod">
        <pc:chgData name="Mahi Yadav" userId="bb953e4139f4bad6" providerId="LiveId" clId="{D5683BEA-6642-46EE-BB87-C5F71723A66D}" dt="2026-03-10T14:27:00.004" v="1043" actId="478"/>
        <pc:sldMkLst>
          <pc:docMk/>
          <pc:sldMk cId="1687648136" sldId="354"/>
        </pc:sldMkLst>
        <pc:spChg chg="add del mod">
          <ac:chgData name="Mahi Yadav" userId="bb953e4139f4bad6" providerId="LiveId" clId="{D5683BEA-6642-46EE-BB87-C5F71723A66D}" dt="2026-03-10T14:27:00.004" v="1043" actId="478"/>
          <ac:spMkLst>
            <pc:docMk/>
            <pc:sldMk cId="1687648136" sldId="354"/>
            <ac:spMk id="6" creationId="{2ABE2AD9-F0FD-4325-FB25-256C76AEA8F1}"/>
          </ac:spMkLst>
        </pc:spChg>
        <pc:picChg chg="del">
          <ac:chgData name="Mahi Yadav" userId="bb953e4139f4bad6" providerId="LiveId" clId="{D5683BEA-6642-46EE-BB87-C5F71723A66D}" dt="2026-03-10T14:26:20.995" v="1035" actId="478"/>
          <ac:picMkLst>
            <pc:docMk/>
            <pc:sldMk cId="1687648136" sldId="354"/>
            <ac:picMk id="5" creationId="{5FBBFE7A-4009-01C4-A50D-AA8F636381C9}"/>
          </ac:picMkLst>
        </pc:picChg>
        <pc:picChg chg="add mod">
          <ac:chgData name="Mahi Yadav" userId="bb953e4139f4bad6" providerId="LiveId" clId="{D5683BEA-6642-46EE-BB87-C5F71723A66D}" dt="2026-03-10T14:26:48.167" v="1042" actId="14100"/>
          <ac:picMkLst>
            <pc:docMk/>
            <pc:sldMk cId="1687648136" sldId="354"/>
            <ac:picMk id="7" creationId="{2F7769E0-7105-6213-1C78-A0909A615A18}"/>
          </ac:picMkLst>
        </pc:picChg>
      </pc:sldChg>
      <pc:sldChg chg="addSp delSp modSp add mod">
        <pc:chgData name="Mahi Yadav" userId="bb953e4139f4bad6" providerId="LiveId" clId="{D5683BEA-6642-46EE-BB87-C5F71723A66D}" dt="2026-03-10T14:27:53.507" v="1053" actId="14100"/>
        <pc:sldMkLst>
          <pc:docMk/>
          <pc:sldMk cId="1906222513" sldId="355"/>
        </pc:sldMkLst>
        <pc:spChg chg="add del mod">
          <ac:chgData name="Mahi Yadav" userId="bb953e4139f4bad6" providerId="LiveId" clId="{D5683BEA-6642-46EE-BB87-C5F71723A66D}" dt="2026-03-10T14:27:17.661" v="1046"/>
          <ac:spMkLst>
            <pc:docMk/>
            <pc:sldMk cId="1906222513" sldId="355"/>
            <ac:spMk id="6" creationId="{07CFEA7E-380F-C95F-598A-ED27D82A3D20}"/>
          </ac:spMkLst>
        </pc:spChg>
        <pc:picChg chg="del">
          <ac:chgData name="Mahi Yadav" userId="bb953e4139f4bad6" providerId="LiveId" clId="{D5683BEA-6642-46EE-BB87-C5F71723A66D}" dt="2026-03-10T14:27:04.239" v="1044" actId="478"/>
          <ac:picMkLst>
            <pc:docMk/>
            <pc:sldMk cId="1906222513" sldId="355"/>
            <ac:picMk id="5" creationId="{6B716163-871F-8CBC-41CC-F9203F142DC8}"/>
          </ac:picMkLst>
        </pc:picChg>
        <pc:picChg chg="add mod">
          <ac:chgData name="Mahi Yadav" userId="bb953e4139f4bad6" providerId="LiveId" clId="{D5683BEA-6642-46EE-BB87-C5F71723A66D}" dt="2026-03-10T14:27:53.507" v="1053" actId="14100"/>
          <ac:picMkLst>
            <pc:docMk/>
            <pc:sldMk cId="1906222513" sldId="355"/>
            <ac:picMk id="7" creationId="{B5DE18E1-B12E-46DB-967E-817E78D8FF88}"/>
          </ac:picMkLst>
        </pc:picChg>
      </pc:sldChg>
      <pc:sldChg chg="addSp delSp modSp add mod">
        <pc:chgData name="Mahi Yadav" userId="bb953e4139f4bad6" providerId="LiveId" clId="{D5683BEA-6642-46EE-BB87-C5F71723A66D}" dt="2026-03-10T14:35:05.401" v="1061" actId="478"/>
        <pc:sldMkLst>
          <pc:docMk/>
          <pc:sldMk cId="795965097" sldId="356"/>
        </pc:sldMkLst>
        <pc:spChg chg="add del mod">
          <ac:chgData name="Mahi Yadav" userId="bb953e4139f4bad6" providerId="LiveId" clId="{D5683BEA-6642-46EE-BB87-C5F71723A66D}" dt="2026-03-10T14:35:05.401" v="1061" actId="478"/>
          <ac:spMkLst>
            <pc:docMk/>
            <pc:sldMk cId="795965097" sldId="356"/>
            <ac:spMk id="6" creationId="{84A76112-90C2-1252-905D-16E9F56C7F03}"/>
          </ac:spMkLst>
        </pc:spChg>
        <pc:picChg chg="del">
          <ac:chgData name="Mahi Yadav" userId="bb953e4139f4bad6" providerId="LiveId" clId="{D5683BEA-6642-46EE-BB87-C5F71723A66D}" dt="2026-03-10T14:34:34.021" v="1054" actId="478"/>
          <ac:picMkLst>
            <pc:docMk/>
            <pc:sldMk cId="795965097" sldId="356"/>
            <ac:picMk id="5" creationId="{0A1D8B03-1AF5-1846-5F01-86C51CD8DE31}"/>
          </ac:picMkLst>
        </pc:picChg>
        <pc:picChg chg="add mod">
          <ac:chgData name="Mahi Yadav" userId="bb953e4139f4bad6" providerId="LiveId" clId="{D5683BEA-6642-46EE-BB87-C5F71723A66D}" dt="2026-03-10T14:34:59.301" v="1060" actId="14100"/>
          <ac:picMkLst>
            <pc:docMk/>
            <pc:sldMk cId="795965097" sldId="356"/>
            <ac:picMk id="8" creationId="{D522DD1C-04DF-B837-BC1C-EAE48CC27A85}"/>
          </ac:picMkLst>
        </pc:picChg>
      </pc:sldChg>
      <pc:sldChg chg="addSp delSp modSp add mod">
        <pc:chgData name="Mahi Yadav" userId="bb953e4139f4bad6" providerId="LiveId" clId="{D5683BEA-6642-46EE-BB87-C5F71723A66D}" dt="2026-03-11T17:39:01.440" v="1222" actId="1036"/>
        <pc:sldMkLst>
          <pc:docMk/>
          <pc:sldMk cId="943917738" sldId="357"/>
        </pc:sldMkLst>
        <pc:spChg chg="mod">
          <ac:chgData name="Mahi Yadav" userId="bb953e4139f4bad6" providerId="LiveId" clId="{D5683BEA-6642-46EE-BB87-C5F71723A66D}" dt="2026-03-10T16:41:15.116" v="1093" actId="20577"/>
          <ac:spMkLst>
            <pc:docMk/>
            <pc:sldMk cId="943917738" sldId="357"/>
            <ac:spMk id="3" creationId="{34C5EC6B-E7DD-85F7-6445-C29354A9B21C}"/>
          </ac:spMkLst>
        </pc:spChg>
        <pc:picChg chg="del">
          <ac:chgData name="Mahi Yadav" userId="bb953e4139f4bad6" providerId="LiveId" clId="{D5683BEA-6642-46EE-BB87-C5F71723A66D}" dt="2026-03-10T16:40:27.131" v="1070" actId="478"/>
          <ac:picMkLst>
            <pc:docMk/>
            <pc:sldMk cId="943917738" sldId="357"/>
            <ac:picMk id="5" creationId="{628C50E9-1174-285C-6EC9-5B41446CC063}"/>
          </ac:picMkLst>
        </pc:picChg>
        <pc:picChg chg="add del">
          <ac:chgData name="Mahi Yadav" userId="bb953e4139f4bad6" providerId="LiveId" clId="{D5683BEA-6642-46EE-BB87-C5F71723A66D}" dt="2026-03-10T16:40:25.749" v="1069" actId="22"/>
          <ac:picMkLst>
            <pc:docMk/>
            <pc:sldMk cId="943917738" sldId="357"/>
            <ac:picMk id="7" creationId="{312D7BBB-A100-C5D1-F6ED-149C8535E3E8}"/>
          </ac:picMkLst>
        </pc:picChg>
        <pc:picChg chg="add del mod">
          <ac:chgData name="Mahi Yadav" userId="bb953e4139f4bad6" providerId="LiveId" clId="{D5683BEA-6642-46EE-BB87-C5F71723A66D}" dt="2026-03-10T16:46:42.784" v="1094" actId="478"/>
          <ac:picMkLst>
            <pc:docMk/>
            <pc:sldMk cId="943917738" sldId="357"/>
            <ac:picMk id="9" creationId="{B0E848BF-1B47-B43A-EB79-2A0EB2280C24}"/>
          </ac:picMkLst>
        </pc:picChg>
        <pc:picChg chg="add del mod">
          <ac:chgData name="Mahi Yadav" userId="bb953e4139f4bad6" providerId="LiveId" clId="{D5683BEA-6642-46EE-BB87-C5F71723A66D}" dt="2026-03-10T16:48:30.066" v="1098" actId="478"/>
          <ac:picMkLst>
            <pc:docMk/>
            <pc:sldMk cId="943917738" sldId="357"/>
            <ac:picMk id="11" creationId="{573008A1-38BF-98F8-718F-BF4999E9585B}"/>
          </ac:picMkLst>
        </pc:picChg>
        <pc:picChg chg="add mod">
          <ac:chgData name="Mahi Yadav" userId="bb953e4139f4bad6" providerId="LiveId" clId="{D5683BEA-6642-46EE-BB87-C5F71723A66D}" dt="2026-03-11T17:39:01.440" v="1222" actId="1036"/>
          <ac:picMkLst>
            <pc:docMk/>
            <pc:sldMk cId="943917738" sldId="357"/>
            <ac:picMk id="13" creationId="{A6DC35CE-653B-EDEB-7596-ABF87F1D596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E5FBE0-5C21-4E83-8069-52D09BCDD71E}" type="datetimeFigureOut">
              <a:rPr lang="en-IN" smtClean="0"/>
              <a:pPr/>
              <a:t>11-03-2026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6C5872-5BF2-424D-ADD9-174D7927D36A}" type="slidenum">
              <a:rPr lang="en-IN" smtClean="0"/>
              <a:pPr/>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846DD5-0A30-46AD-B2E1-F25508726044}" type="datetimeFigureOut">
              <a:rPr lang="en-IN" smtClean="0"/>
              <a:pPr/>
              <a:t>11-03-2026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FFBC11-2ED2-450E-A0CC-CEA7380C613F}" type="slidenum">
              <a:rPr lang="en-IN" smtClean="0"/>
              <a:pPr/>
              <a:t>‹#›</a:t>
            </a:fld>
            <a:endParaRPr lang="en-IN"/>
          </a:p>
        </p:txBody>
      </p:sp>
    </p:spTree>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
        <p:cNvGrpSpPr/>
        <p:nvPr/>
      </p:nvGrpSpPr>
      <p:grpSpPr>
        <a:xfrm>
          <a:off x="0" y="0"/>
          <a:ext cx="0" cy="0"/>
          <a:chOff x="0" y="0"/>
          <a:chExt cx="0" cy="0"/>
        </a:xfrm>
      </p:grpSpPr>
      <p:sp>
        <p:nvSpPr>
          <p:cNvPr id="27" name="Google Shape;2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 name="Google Shape;2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Date Placeholder 3"/>
          <p:cNvSpPr txBox="1"/>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p:cNvSpPr txBox="1"/>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defRPr b="0" cap="none" spc="0">
                <a:ln w="0"/>
                <a:solidFill>
                  <a:schemeClr val="bg1"/>
                </a:solidFill>
                <a:effectLst>
                  <a:outerShdw blurRad="38100" dist="25400" dir="5400000" algn="ctr" rotWithShape="0">
                    <a:srgbClr val="6E747A">
                      <a:alpha val="43000"/>
                    </a:srgbClr>
                  </a:outerShdw>
                </a:effectLst>
              </a:defRPr>
            </a:lvl1pPr>
          </a:lstStyle>
          <a:p>
            <a:r>
              <a:rPr lang="en-US" dirty="0"/>
              <a:t>Click to edit Master title style</a:t>
            </a:r>
            <a:endParaRPr lang="en-IN" dirty="0"/>
          </a:p>
        </p:txBody>
      </p:sp>
      <p:sp>
        <p:nvSpPr>
          <p:cNvPr id="3" name="Content Placeholder 2"/>
          <p:cNvSpPr>
            <a:spLocks noGrp="1"/>
          </p:cNvSpPr>
          <p:nvPr>
            <p:ph idx="1"/>
          </p:nvPr>
        </p:nvSpPr>
        <p:spPr>
          <a:xfrm>
            <a:off x="199505" y="1097279"/>
            <a:ext cx="11779135" cy="5394960"/>
          </a:xfrm>
        </p:spPr>
        <p:txBody>
          <a:bodyPr/>
          <a:lstStyle>
            <a:lvl1pPr marL="228600" indent="-228600">
              <a:buFont typeface="Wingdings" panose="05000000000000000000" pitchFamily="2" charset="2"/>
              <a:buChar char="Ø"/>
              <a:defRPr/>
            </a:lvl1pPr>
            <a:lvl2pPr marL="685800" indent="-228600">
              <a:buFont typeface="Wingdings" panose="05000000000000000000" pitchFamily="2" charset="2"/>
              <a:buChar char="q"/>
              <a:defRPr/>
            </a:lvl2pPr>
            <a:lvl3pPr marL="1143000" indent="-228600">
              <a:buFont typeface="Courier New" panose="02070309020205020404" pitchFamily="49" charset="0"/>
              <a:buChar char="o"/>
              <a:defRPr/>
            </a:lvl3pPr>
            <a:lvl4pPr marL="1600200" indent="-228600">
              <a:buFont typeface="Wingdings" panose="05000000000000000000" pitchFamily="2" charset="2"/>
              <a:buChar char="§"/>
              <a:defRPr/>
            </a:lvl4pPr>
            <a:lvl5pPr marL="2057400" indent="-228600">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3"/>
          <p:cNvSpPr txBox="1"/>
          <p:nvPr userDrawn="1"/>
        </p:nvSpPr>
        <p:spPr>
          <a:xfrm>
            <a:off x="777239" y="6642828"/>
            <a:ext cx="5654039" cy="215172"/>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Dept. of Computer Science and Engineering</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6431278" y="6641866"/>
            <a:ext cx="5322917" cy="216133"/>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Srinivasa Ramanujan Institute of Technology</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1754196" y="6641865"/>
            <a:ext cx="437803" cy="216133"/>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DAC095C-C545-42F9-B93D-2B3224753C51}" type="slidenum">
              <a:rPr lang="en-US" sz="16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pPr algn="ctr"/>
              <a:t>‹#›</a:t>
            </a:fld>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1" y="0"/>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b="1" i="1" dirty="0">
                <a:solidFill>
                  <a:schemeClr val="bg1"/>
                </a:solidFill>
                <a:effectLst/>
                <a:latin typeface="Times New Roman" panose="02020603050405020304" pitchFamily="18" charset="0"/>
                <a:cs typeface="Times New Roman" panose="02020603050405020304" pitchFamily="18" charset="0"/>
              </a:rPr>
              <a:t>Grievance Management System using Mobile Application</a:t>
            </a: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06200" y="5956065"/>
            <a:ext cx="685800" cy="685800"/>
          </a:xfrm>
          <a:prstGeom prst="rect">
            <a:avLst/>
          </a:prstGeom>
        </p:spPr>
      </p:pic>
      <p:sp>
        <p:nvSpPr>
          <p:cNvPr id="10" name="Date Placeholder 3"/>
          <p:cNvSpPr txBox="1"/>
          <p:nvPr userDrawn="1"/>
        </p:nvSpPr>
        <p:spPr>
          <a:xfrm>
            <a:off x="0" y="6642828"/>
            <a:ext cx="777239" cy="21517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 A2</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just" defTabSz="914400" rtl="0" eaLnBrk="1" latinLnBrk="0" hangingPunct="1">
        <a:lnSpc>
          <a:spcPct val="90000"/>
        </a:lnSpc>
        <a:spcBef>
          <a:spcPts val="1000"/>
        </a:spcBef>
        <a:buFont typeface="Wingdings" panose="05000000000000000000" pitchFamily="2" charset="2"/>
        <a:buChar char="q"/>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drive.google.com/file/d/1R6HS-PUNLMRJ25nf1JzcZUhKdcm9Obzk/view?usp=sharing"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github.com/MahithaYadav/CSE-2022-2026-Batch-B4"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4" name="Subtitle 11"/>
          <p:cNvSpPr txBox="1"/>
          <p:nvPr/>
        </p:nvSpPr>
        <p:spPr>
          <a:xfrm>
            <a:off x="1376730" y="1783000"/>
            <a:ext cx="2382924" cy="584534"/>
          </a:xfrm>
          <a:prstGeom prst="rect">
            <a:avLst/>
          </a:prstGeom>
        </p:spPr>
        <p:txBody>
          <a:bodyPr vert="horz" lIns="91440" tIns="45720" rIns="91440" bIns="45720" rtlCol="0">
            <a:normAutofit fontScale="4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5400" b="0" dirty="0">
                <a:effectLst>
                  <a:outerShdw blurRad="38100" dist="38100" dir="2700000" algn="tl">
                    <a:srgbClr val="000000">
                      <a:alpha val="43137"/>
                    </a:srgbClr>
                  </a:outerShdw>
                </a:effectLst>
              </a:rPr>
              <a:t>C. Eswar</a:t>
            </a:r>
            <a:endParaRPr lang="en-US" sz="5400" b="0" dirty="0">
              <a:effectLst>
                <a:outerShdw blurRad="38100" dist="38100" dir="2700000" algn="tl">
                  <a:srgbClr val="000000">
                    <a:alpha val="43137"/>
                  </a:srgbClr>
                </a:outerShdw>
              </a:effectLst>
            </a:endParaRPr>
          </a:p>
          <a:p>
            <a:pPr>
              <a:spcBef>
                <a:spcPts val="300"/>
              </a:spcBef>
            </a:pPr>
            <a:r>
              <a:rPr lang="en-US" sz="2800" b="0" dirty="0"/>
              <a:t>Roll No. </a:t>
            </a:r>
            <a:r>
              <a:rPr lang="en-US" b="0" dirty="0"/>
              <a:t>234G5A0502</a:t>
            </a:r>
            <a:endParaRPr lang="en-US" sz="2800" b="0" dirty="0"/>
          </a:p>
        </p:txBody>
      </p:sp>
      <p:sp>
        <p:nvSpPr>
          <p:cNvPr id="2" name="Subtitle 11"/>
          <p:cNvSpPr txBox="1"/>
          <p:nvPr/>
        </p:nvSpPr>
        <p:spPr>
          <a:xfrm>
            <a:off x="3759654" y="2475580"/>
            <a:ext cx="4672674"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of</a:t>
            </a:r>
          </a:p>
          <a:p>
            <a:pPr>
              <a:spcBef>
                <a:spcPts val="200"/>
              </a:spcBef>
            </a:pPr>
            <a:r>
              <a:rPr lang="en-IN" sz="2400" b="0" dirty="0">
                <a:effectLst>
                  <a:outerShdw blurRad="38100" dist="38100" dir="2700000" algn="tl">
                    <a:srgbClr val="000000">
                      <a:alpha val="43137"/>
                    </a:srgbClr>
                  </a:outerShdw>
                </a:effectLst>
              </a:rPr>
              <a:t>Ms. C. Rekha, </a:t>
            </a:r>
            <a:r>
              <a:rPr lang="en-IN" sz="1000" b="0" dirty="0">
                <a:effectLst>
                  <a:outerShdw blurRad="38100" dist="38100" dir="2700000" algn="tl">
                    <a:srgbClr val="000000">
                      <a:alpha val="43137"/>
                    </a:srgbClr>
                  </a:outerShdw>
                </a:effectLst>
              </a:rPr>
              <a:t>M. Tech.</a:t>
            </a:r>
          </a:p>
          <a:p>
            <a:pPr>
              <a:spcBef>
                <a:spcPts val="200"/>
              </a:spcBef>
            </a:pPr>
            <a:r>
              <a:rPr lang="en-IN" sz="2400" b="0" dirty="0">
                <a:effectLst>
                  <a:outerShdw blurRad="38100" dist="38100" dir="2700000" algn="tl">
                    <a:srgbClr val="000000">
                      <a:alpha val="43137"/>
                    </a:srgbClr>
                  </a:outerShdw>
                </a:effectLst>
              </a:rPr>
              <a:t>Assistant professor </a:t>
            </a:r>
          </a:p>
        </p:txBody>
      </p:sp>
      <p:sp>
        <p:nvSpPr>
          <p:cNvPr id="3" name="Subtitle 11"/>
          <p:cNvSpPr txBox="1"/>
          <p:nvPr/>
        </p:nvSpPr>
        <p:spPr>
          <a:xfrm>
            <a:off x="1514475" y="5162533"/>
            <a:ext cx="9163049" cy="1427181"/>
          </a:xfrm>
          <a:prstGeom prst="rect">
            <a:avLst/>
          </a:prstGeom>
        </p:spPr>
        <p:txBody>
          <a:bodyPr vert="horz" lIns="91440" tIns="45720" rIns="91440" bIns="45720" rtlCol="0">
            <a:normAutofit fontScale="4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3400" dirty="0">
                <a:effectLst/>
                <a:ea typeface="Times New Roman" panose="02020603050405020304" pitchFamily="18" charset="0"/>
              </a:rPr>
              <a:t>Autonomous</a:t>
            </a:r>
            <a:endParaRPr lang="en-US" sz="3400" b="0" dirty="0"/>
          </a:p>
          <a:p>
            <a:pPr>
              <a:spcBef>
                <a:spcPts val="300"/>
              </a:spcBef>
            </a:pPr>
            <a:r>
              <a:rPr lang="en-US" sz="2770" dirty="0" err="1"/>
              <a:t>Rotarypuram</a:t>
            </a:r>
            <a:r>
              <a:rPr lang="en-US" sz="2770" dirty="0"/>
              <a:t> Village, B K </a:t>
            </a:r>
            <a:r>
              <a:rPr lang="en-US" sz="2770" dirty="0" err="1"/>
              <a:t>Samudram</a:t>
            </a:r>
            <a:r>
              <a:rPr lang="en-US" sz="2770" dirty="0"/>
              <a:t> Mandal, </a:t>
            </a:r>
            <a:r>
              <a:rPr lang="en-US" sz="2770" dirty="0" err="1"/>
              <a:t>Ananthapuramu</a:t>
            </a:r>
            <a:r>
              <a:rPr lang="en-US" sz="2770" dirty="0"/>
              <a:t> – 515701.</a:t>
            </a:r>
          </a:p>
          <a:p>
            <a:pPr>
              <a:spcBef>
                <a:spcPts val="300"/>
              </a:spcBef>
            </a:pPr>
            <a:r>
              <a:rPr lang="en-IN" altLang="en-US" sz="2770" dirty="0"/>
              <a:t>Accredited by NBA &amp; NAAC with “A” Grade,Affiliated to JNTUA,Ananthapuramu</a:t>
            </a:r>
            <a:endParaRPr lang="en-US" sz="2770" dirty="0"/>
          </a:p>
          <a:p>
            <a:pPr>
              <a:spcAft>
                <a:spcPts val="100"/>
              </a:spcAft>
            </a:pPr>
            <a:r>
              <a:rPr lang="en-US" sz="2770" dirty="0">
                <a:solidFill>
                  <a:schemeClr val="accent1">
                    <a:lumMod val="50000"/>
                  </a:schemeClr>
                </a:solidFill>
              </a:rPr>
              <a:t>202</a:t>
            </a:r>
            <a:r>
              <a:rPr lang="en-IN" altLang="en-US" sz="2770" dirty="0">
                <a:solidFill>
                  <a:schemeClr val="accent1">
                    <a:lumMod val="50000"/>
                  </a:schemeClr>
                </a:solidFill>
              </a:rPr>
              <a:t>5</a:t>
            </a:r>
            <a:r>
              <a:rPr lang="en-US" sz="2770" dirty="0">
                <a:solidFill>
                  <a:schemeClr val="accent1">
                    <a:lumMod val="50000"/>
                  </a:schemeClr>
                </a:solidFill>
              </a:rPr>
              <a:t>-202</a:t>
            </a:r>
            <a:r>
              <a:rPr lang="en-IN" altLang="en-US" sz="2770" dirty="0">
                <a:solidFill>
                  <a:schemeClr val="accent1">
                    <a:lumMod val="50000"/>
                  </a:schemeClr>
                </a:solidFill>
              </a:rPr>
              <a:t>6</a:t>
            </a:r>
            <a:endParaRPr lang="en-US" sz="2770" b="0" dirty="0"/>
          </a:p>
          <a:p>
            <a:endParaRPr lang="en-IN" sz="2770" b="0" dirty="0"/>
          </a:p>
        </p:txBody>
      </p:sp>
      <p:sp>
        <p:nvSpPr>
          <p:cNvPr id="8" name="Subtitle 11"/>
          <p:cNvSpPr txBox="1"/>
          <p:nvPr/>
        </p:nvSpPr>
        <p:spPr>
          <a:xfrm>
            <a:off x="4792961" y="1757502"/>
            <a:ext cx="2606057" cy="584534"/>
          </a:xfrm>
          <a:prstGeom prst="rect">
            <a:avLst/>
          </a:prstGeom>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2600" b="0" dirty="0">
                <a:effectLst>
                  <a:outerShdw blurRad="38100" dist="38100" dir="2700000" algn="tl">
                    <a:srgbClr val="000000">
                      <a:alpha val="43137"/>
                    </a:srgbClr>
                  </a:outerShdw>
                </a:effectLst>
              </a:rPr>
              <a:t>G. Yashoda Mahitha</a:t>
            </a:r>
            <a:endParaRPr lang="en-US" sz="2600" b="0" dirty="0">
              <a:effectLst>
                <a:outerShdw blurRad="38100" dist="38100" dir="2700000" algn="tl">
                  <a:srgbClr val="000000">
                    <a:alpha val="43137"/>
                  </a:srgbClr>
                </a:outerShdw>
              </a:effectLst>
            </a:endParaRPr>
          </a:p>
          <a:p>
            <a:pPr>
              <a:spcBef>
                <a:spcPts val="300"/>
              </a:spcBef>
            </a:pPr>
            <a:r>
              <a:rPr lang="en-US" sz="1200" b="0" dirty="0"/>
              <a:t>Roll No. 224G1A05A2</a:t>
            </a:r>
          </a:p>
        </p:txBody>
      </p:sp>
      <p:sp>
        <p:nvSpPr>
          <p:cNvPr id="9" name="Subtitle 11"/>
          <p:cNvSpPr txBox="1"/>
          <p:nvPr/>
        </p:nvSpPr>
        <p:spPr>
          <a:xfrm>
            <a:off x="8617598" y="1783000"/>
            <a:ext cx="2382924" cy="584534"/>
          </a:xfrm>
          <a:prstGeom prst="rect">
            <a:avLst/>
          </a:prstGeom>
        </p:spPr>
        <p:txBody>
          <a:bodyPr vert="horz" lIns="91440" tIns="45720" rIns="91440" bIns="45720" rtlCol="0">
            <a:normAutofit fontScale="4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5400" b="0" dirty="0">
                <a:effectLst>
                  <a:outerShdw blurRad="38100" dist="38100" dir="2700000" algn="tl">
                    <a:srgbClr val="000000">
                      <a:alpha val="43137"/>
                    </a:srgbClr>
                  </a:outerShdw>
                </a:effectLst>
              </a:rPr>
              <a:t>S. Nikitha</a:t>
            </a:r>
            <a:endParaRPr lang="en-US" sz="5400" b="0" dirty="0">
              <a:effectLst>
                <a:outerShdw blurRad="38100" dist="38100" dir="2700000" algn="tl">
                  <a:srgbClr val="000000">
                    <a:alpha val="43137"/>
                  </a:srgbClr>
                </a:outerShdw>
              </a:effectLst>
            </a:endParaRPr>
          </a:p>
          <a:p>
            <a:pPr>
              <a:spcBef>
                <a:spcPts val="300"/>
              </a:spcBef>
            </a:pPr>
            <a:r>
              <a:rPr lang="en-US" sz="2800" b="0" dirty="0"/>
              <a:t>Roll No. </a:t>
            </a:r>
            <a:r>
              <a:rPr lang="en-US" b="0" dirty="0"/>
              <a:t>224G1A0561</a:t>
            </a:r>
            <a:endParaRPr lang="en-US" sz="2800" b="0" dirty="0"/>
          </a:p>
        </p:txBody>
      </p:sp>
      <p:sp>
        <p:nvSpPr>
          <p:cNvPr id="11" name="Rectangle: Rounded Corners 16"/>
          <p:cNvSpPr/>
          <p:nvPr/>
        </p:nvSpPr>
        <p:spPr>
          <a:xfrm>
            <a:off x="755009" y="335271"/>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5" name="Rectangle 17"/>
          <p:cNvSpPr/>
          <p:nvPr/>
        </p:nvSpPr>
        <p:spPr>
          <a:xfrm>
            <a:off x="2714840" y="1261696"/>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332301" y="3477046"/>
            <a:ext cx="1527379" cy="16854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89163-860E-D44B-1539-634073148E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6AE666-619E-6ED8-A997-3F53FCB600F0}"/>
              </a:ext>
            </a:extLst>
          </p:cNvPr>
          <p:cNvSpPr>
            <a:spLocks noGrp="1"/>
          </p:cNvSpPr>
          <p:nvPr>
            <p:ph type="title"/>
          </p:nvPr>
        </p:nvSpPr>
        <p:spPr/>
        <p:txBody>
          <a:bodyPr/>
          <a:lstStyle/>
          <a:p>
            <a:r>
              <a:rPr lang="en-US" dirty="0"/>
              <a:t>Title Explanation</a:t>
            </a:r>
            <a:endParaRPr lang="en-IN" dirty="0"/>
          </a:p>
        </p:txBody>
      </p:sp>
      <p:sp>
        <p:nvSpPr>
          <p:cNvPr id="3" name="Content Placeholder 2">
            <a:extLst>
              <a:ext uri="{FF2B5EF4-FFF2-40B4-BE49-F238E27FC236}">
                <a16:creationId xmlns:a16="http://schemas.microsoft.com/office/drawing/2014/main" id="{ECC1B36B-C940-E4E5-D287-0B4E05194C8A}"/>
              </a:ext>
            </a:extLst>
          </p:cNvPr>
          <p:cNvSpPr>
            <a:spLocks noGrp="1"/>
          </p:cNvSpPr>
          <p:nvPr>
            <p:ph idx="1"/>
          </p:nvPr>
        </p:nvSpPr>
        <p:spPr/>
        <p:txBody>
          <a:bodyPr/>
          <a:lstStyle/>
          <a:p>
            <a:pPr marL="0" indent="0">
              <a:spcBef>
                <a:spcPts val="0"/>
              </a:spcBef>
              <a:buSzPts val="2400"/>
              <a:buNone/>
            </a:pPr>
            <a:r>
              <a:rPr lang="en-US" sz="2400" b="1" dirty="0"/>
              <a:t>The title “A Symptom-Based Multi-Disease Prediction System Using Machine Learning” reflects the system’s core functionality, encompassing:</a:t>
            </a:r>
            <a:endParaRPr lang="en-US" sz="2400" dirty="0"/>
          </a:p>
          <a:p>
            <a:pPr>
              <a:lnSpc>
                <a:spcPct val="150000"/>
              </a:lnSpc>
              <a:spcBef>
                <a:spcPts val="0"/>
              </a:spcBef>
              <a:buSzPts val="2400"/>
            </a:pPr>
            <a:r>
              <a:rPr lang="en-US" sz="2400" dirty="0"/>
              <a:t>Predicting multiple diseases using patient symptom data.</a:t>
            </a:r>
          </a:p>
          <a:p>
            <a:pPr>
              <a:lnSpc>
                <a:spcPct val="150000"/>
              </a:lnSpc>
              <a:spcBef>
                <a:spcPts val="0"/>
              </a:spcBef>
              <a:buSzPts val="2400"/>
            </a:pPr>
            <a:r>
              <a:rPr lang="en-US" sz="2400" dirty="0"/>
              <a:t>Detecting diseases such as Diabetes, Heart Attack, Tuberculosis, Pneumonia, Jaundice, and Bronchial Asthma using Machine Learning algorithms.</a:t>
            </a:r>
          </a:p>
          <a:p>
            <a:pPr>
              <a:lnSpc>
                <a:spcPct val="150000"/>
              </a:lnSpc>
              <a:spcBef>
                <a:spcPts val="0"/>
              </a:spcBef>
              <a:buSzPts val="2400"/>
            </a:pPr>
            <a:r>
              <a:rPr lang="en-US" sz="2400" dirty="0"/>
              <a:t>Applying models including Logistic Regression, Support Vector Machine (SVM), Decision Tree, Random Forest, XGBoost, AdaBoost, and Artificial Neural Networks (ANN).</a:t>
            </a:r>
          </a:p>
          <a:p>
            <a:pPr>
              <a:lnSpc>
                <a:spcPct val="150000"/>
              </a:lnSpc>
              <a:spcBef>
                <a:spcPts val="0"/>
              </a:spcBef>
              <a:buSzPts val="2400"/>
            </a:pPr>
            <a:r>
              <a:rPr lang="en-US" sz="2400" dirty="0"/>
              <a:t>Enabling fast and accurate symptom-based disease prediction, reducing manual diagnosis effort and supporting early medical decision-making.</a:t>
            </a:r>
          </a:p>
          <a:p>
            <a:endParaRPr lang="en-US" sz="2400" dirty="0"/>
          </a:p>
        </p:txBody>
      </p:sp>
      <p:sp>
        <p:nvSpPr>
          <p:cNvPr id="4" name="Rectangle 3">
            <a:extLst>
              <a:ext uri="{FF2B5EF4-FFF2-40B4-BE49-F238E27FC236}">
                <a16:creationId xmlns:a16="http://schemas.microsoft.com/office/drawing/2014/main" id="{9E4F8CDA-E988-6EB4-C52D-D39A2153BD88}"/>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8831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endParaRPr lang="en-IN" dirty="0"/>
          </a:p>
        </p:txBody>
      </p:sp>
      <p:sp>
        <p:nvSpPr>
          <p:cNvPr id="3" name="Content Placeholder 2"/>
          <p:cNvSpPr>
            <a:spLocks noGrp="1"/>
          </p:cNvSpPr>
          <p:nvPr>
            <p:ph idx="1"/>
          </p:nvPr>
        </p:nvSpPr>
        <p:spPr/>
        <p:txBody>
          <a:bodyPr>
            <a:normAutofit lnSpcReduction="10000"/>
          </a:bodyPr>
          <a:lstStyle/>
          <a:p>
            <a:pPr marL="462280" indent="-462280">
              <a:buBlip>
                <a:blip r:embed="rId2">
                  <a:extLst>
                    <a:ext uri="{96DAC541-7B7A-43D3-8B79-37D633B846F1}">
                      <asvg:svgBlip xmlns:asvg="http://schemas.microsoft.com/office/drawing/2016/SVG/main" r:embed="rId3"/>
                    </a:ext>
                  </a:extLst>
                </a:blip>
              </a:buBlip>
            </a:pPr>
            <a:r>
              <a:rPr lang="en-US" dirty="0"/>
              <a:t>Abstract</a:t>
            </a:r>
          </a:p>
          <a:p>
            <a:pPr marL="462280" indent="-462280">
              <a:buBlip>
                <a:blip r:embed="rId2">
                  <a:extLst>
                    <a:ext uri="{96DAC541-7B7A-43D3-8B79-37D633B846F1}">
                      <asvg:svgBlip xmlns:asvg="http://schemas.microsoft.com/office/drawing/2016/SVG/main" r:embed="rId3"/>
                    </a:ext>
                  </a:extLst>
                </a:blip>
              </a:buBlip>
            </a:pPr>
            <a:r>
              <a:rPr lang="en-US" dirty="0"/>
              <a:t>Introduction</a:t>
            </a:r>
          </a:p>
          <a:p>
            <a:pPr marL="462280" indent="-462280">
              <a:buBlip>
                <a:blip r:embed="rId2">
                  <a:extLst>
                    <a:ext uri="{96DAC541-7B7A-43D3-8B79-37D633B846F1}">
                      <asvg:svgBlip xmlns:asvg="http://schemas.microsoft.com/office/drawing/2016/SVG/main" r:embed="rId3"/>
                    </a:ext>
                  </a:extLst>
                </a:blip>
              </a:buBlip>
            </a:pPr>
            <a:r>
              <a:rPr lang="en-US" altLang="en-IN" dirty="0"/>
              <a:t>Literature Survey</a:t>
            </a:r>
          </a:p>
          <a:p>
            <a:pPr marL="462280" indent="-462280">
              <a:buBlip>
                <a:blip r:embed="rId2">
                  <a:extLst>
                    <a:ext uri="{96DAC541-7B7A-43D3-8B79-37D633B846F1}">
                      <asvg:svgBlip xmlns:asvg="http://schemas.microsoft.com/office/drawing/2016/SVG/main" r:embed="rId3"/>
                    </a:ext>
                  </a:extLst>
                </a:blip>
              </a:buBlip>
            </a:pPr>
            <a:r>
              <a:rPr lang="en-US" dirty="0"/>
              <a:t>Existing System</a:t>
            </a:r>
          </a:p>
          <a:p>
            <a:pPr marL="462280" indent="-462280">
              <a:buBlip>
                <a:blip r:embed="rId2">
                  <a:extLst>
                    <a:ext uri="{96DAC541-7B7A-43D3-8B79-37D633B846F1}">
                      <asvg:svgBlip xmlns:asvg="http://schemas.microsoft.com/office/drawing/2016/SVG/main" r:embed="rId3"/>
                    </a:ext>
                  </a:extLst>
                </a:blip>
              </a:buBlip>
            </a:pPr>
            <a:r>
              <a:rPr lang="en-US" dirty="0"/>
              <a:t>Proposed System</a:t>
            </a:r>
          </a:p>
          <a:p>
            <a:pPr marL="462280" indent="-462280">
              <a:buBlip>
                <a:blip r:embed="rId2">
                  <a:extLst>
                    <a:ext uri="{96DAC541-7B7A-43D3-8B79-37D633B846F1}">
                      <asvg:svgBlip xmlns:asvg="http://schemas.microsoft.com/office/drawing/2016/SVG/main" r:embed="rId3"/>
                    </a:ext>
                  </a:extLst>
                </a:blip>
              </a:buBlip>
            </a:pPr>
            <a:r>
              <a:rPr lang="en-US" dirty="0"/>
              <a:t>Planning</a:t>
            </a:r>
          </a:p>
          <a:p>
            <a:pPr marL="462280" indent="-462280">
              <a:buBlip>
                <a:blip r:embed="rId2">
                  <a:extLst>
                    <a:ext uri="{96DAC541-7B7A-43D3-8B79-37D633B846F1}">
                      <asvg:svgBlip xmlns:asvg="http://schemas.microsoft.com/office/drawing/2016/SVG/main" r:embed="rId3"/>
                    </a:ext>
                  </a:extLst>
                </a:blip>
              </a:buBlip>
            </a:pPr>
            <a:r>
              <a:rPr lang="en-US" dirty="0"/>
              <a:t>Design</a:t>
            </a:r>
          </a:p>
          <a:p>
            <a:pPr marL="462280" indent="-462280">
              <a:buBlip>
                <a:blip r:embed="rId2">
                  <a:extLst>
                    <a:ext uri="{96DAC541-7B7A-43D3-8B79-37D633B846F1}">
                      <asvg:svgBlip xmlns:asvg="http://schemas.microsoft.com/office/drawing/2016/SVG/main" r:embed="rId3"/>
                    </a:ext>
                  </a:extLst>
                </a:blip>
              </a:buBlip>
            </a:pPr>
            <a:r>
              <a:rPr lang="en-US" dirty="0"/>
              <a:t>Implementation</a:t>
            </a:r>
          </a:p>
          <a:p>
            <a:pPr marL="462280" indent="-462280">
              <a:buBlip>
                <a:blip r:embed="rId2">
                  <a:extLst>
                    <a:ext uri="{96DAC541-7B7A-43D3-8B79-37D633B846F1}">
                      <asvg:svgBlip xmlns:asvg="http://schemas.microsoft.com/office/drawing/2016/SVG/main" r:embed="rId3"/>
                    </a:ext>
                  </a:extLst>
                </a:blip>
              </a:buBlip>
            </a:pPr>
            <a:r>
              <a:rPr lang="en-US" dirty="0"/>
              <a:t>Research Paper</a:t>
            </a:r>
            <a:endParaRPr lang="en-IN" dirty="0"/>
          </a:p>
          <a:p>
            <a:pPr marL="462280" indent="-462280">
              <a:buBlip>
                <a:blip r:embed="rId2">
                  <a:extLst>
                    <a:ext uri="{96DAC541-7B7A-43D3-8B79-37D633B846F1}">
                      <asvg:svgBlip xmlns:asvg="http://schemas.microsoft.com/office/drawing/2016/SVG/main" r:embed="rId3"/>
                    </a:ext>
                  </a:extLst>
                </a:blip>
              </a:buBlip>
            </a:pPr>
            <a:r>
              <a:rPr lang="en-IN" dirty="0"/>
              <a:t>References</a:t>
            </a:r>
          </a:p>
          <a:p>
            <a:pPr marL="462280" indent="-462280">
              <a:buBlip>
                <a:blip r:embed="rId2">
                  <a:extLst>
                    <a:ext uri="{96DAC541-7B7A-43D3-8B79-37D633B846F1}">
                      <asvg:svgBlip xmlns:asvg="http://schemas.microsoft.com/office/drawing/2016/SVG/main" r:embed="rId3"/>
                    </a:ext>
                  </a:extLst>
                </a:blip>
              </a:buBlip>
            </a:pPr>
            <a:r>
              <a:rPr lang="en-IN" dirty="0"/>
              <a:t>GitHub Link</a:t>
            </a:r>
            <a:endParaRPr lang="en-US" dirty="0"/>
          </a:p>
          <a:p>
            <a:pPr marL="0" indent="0">
              <a:buNone/>
            </a:pPr>
            <a:endParaRPr lang="en-IN" dirty="0"/>
          </a:p>
        </p:txBody>
      </p:sp>
      <p:sp>
        <p:nvSpPr>
          <p:cNvPr id="4" name="Rectangle 3">
            <a:extLst>
              <a:ext uri="{FF2B5EF4-FFF2-40B4-BE49-F238E27FC236}">
                <a16:creationId xmlns:a16="http://schemas.microsoft.com/office/drawing/2014/main" id="{CF27AC1A-E62C-A2BB-FF1E-CFA1747AA8C3}"/>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B87DE-0E6A-AA4C-A5FA-4E1179D01D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E2F68A-FE23-E188-B718-3E5D36F21633}"/>
              </a:ext>
            </a:extLst>
          </p:cNvPr>
          <p:cNvSpPr>
            <a:spLocks noGrp="1"/>
          </p:cNvSpPr>
          <p:nvPr>
            <p:ph type="title"/>
          </p:nvPr>
        </p:nvSpPr>
        <p:spPr/>
        <p:txBody>
          <a:bodyPr/>
          <a:lstStyle/>
          <a:p>
            <a:r>
              <a:rPr lang="en-US" dirty="0"/>
              <a:t>Abstract</a:t>
            </a:r>
            <a:endParaRPr lang="en-IN" dirty="0"/>
          </a:p>
        </p:txBody>
      </p:sp>
      <p:sp>
        <p:nvSpPr>
          <p:cNvPr id="3" name="Content Placeholder 2">
            <a:extLst>
              <a:ext uri="{FF2B5EF4-FFF2-40B4-BE49-F238E27FC236}">
                <a16:creationId xmlns:a16="http://schemas.microsoft.com/office/drawing/2014/main" id="{1863A1E9-7B38-E8A1-1A57-653061F439D6}"/>
              </a:ext>
            </a:extLst>
          </p:cNvPr>
          <p:cNvSpPr>
            <a:spLocks noGrp="1"/>
          </p:cNvSpPr>
          <p:nvPr>
            <p:ph idx="1"/>
          </p:nvPr>
        </p:nvSpPr>
        <p:spPr/>
        <p:txBody>
          <a:bodyPr>
            <a:normAutofit/>
          </a:bodyPr>
          <a:lstStyle/>
          <a:p>
            <a:pPr marL="342900" indent="-342900" eaLnBrk="0" fontAlgn="base" hangingPunct="0">
              <a:lnSpc>
                <a:spcPct val="100000"/>
              </a:lnSpc>
              <a:spcBef>
                <a:spcPct val="0"/>
              </a:spcBef>
              <a:spcAft>
                <a:spcPct val="0"/>
              </a:spcAft>
              <a:buClrTx/>
              <a:buSzTx/>
              <a:buFont typeface="Arial" panose="020B0604020202020204" pitchFamily="34" charset="0"/>
              <a:buChar char="•"/>
            </a:pPr>
            <a:r>
              <a:rPr lang="en-US" altLang="en-US" sz="2000" b="1" dirty="0"/>
              <a:t>Introduction</a:t>
            </a:r>
          </a:p>
          <a:p>
            <a:pPr marL="457200" lvl="1" indent="0" eaLnBrk="0" fontAlgn="base" hangingPunct="0">
              <a:lnSpc>
                <a:spcPct val="100000"/>
              </a:lnSpc>
              <a:spcBef>
                <a:spcPct val="0"/>
              </a:spcBef>
              <a:spcAft>
                <a:spcPct val="0"/>
              </a:spcAft>
              <a:buClrTx/>
              <a:buSzTx/>
              <a:buNone/>
            </a:pPr>
            <a:r>
              <a:rPr lang="en-US" altLang="en-US" sz="2000" dirty="0"/>
              <a:t>Accurate and early prediction of diseases using symptom data plays a vital role in supporting timely medical diagnosis and treatment.</a:t>
            </a:r>
          </a:p>
          <a:p>
            <a:pPr marL="342900" indent="-342900" eaLnBrk="0" fontAlgn="base" hangingPunct="0">
              <a:lnSpc>
                <a:spcPct val="100000"/>
              </a:lnSpc>
              <a:spcBef>
                <a:spcPct val="0"/>
              </a:spcBef>
              <a:spcAft>
                <a:spcPct val="0"/>
              </a:spcAft>
              <a:buClrTx/>
              <a:buSzTx/>
              <a:buFont typeface="Arial" panose="020B0604020202020204" pitchFamily="34" charset="0"/>
              <a:buChar char="•"/>
            </a:pPr>
            <a:r>
              <a:rPr lang="en-US" altLang="en-US" sz="2000" b="1" dirty="0"/>
              <a:t>Research Gap</a:t>
            </a:r>
            <a:endParaRPr lang="en-US" altLang="en-US" sz="2000" dirty="0"/>
          </a:p>
          <a:p>
            <a:pPr marL="457200" lvl="1" indent="0" eaLnBrk="0" fontAlgn="base" hangingPunct="0">
              <a:lnSpc>
                <a:spcPct val="100000"/>
              </a:lnSpc>
              <a:spcBef>
                <a:spcPct val="0"/>
              </a:spcBef>
              <a:spcAft>
                <a:spcPct val="0"/>
              </a:spcAft>
              <a:buClrTx/>
              <a:buSzTx/>
              <a:buNone/>
            </a:pPr>
            <a:r>
              <a:rPr lang="en-US" altLang="en-US" sz="2000" dirty="0"/>
              <a:t>Most existing systems focus on predicting a single disease or lack intelligent learning models capable of handling multiple diseases within a unified framework.</a:t>
            </a:r>
          </a:p>
          <a:p>
            <a:pPr lvl="0" indent="-457200" eaLnBrk="0" fontAlgn="base" hangingPunct="0">
              <a:lnSpc>
                <a:spcPct val="100000"/>
              </a:lnSpc>
              <a:spcBef>
                <a:spcPct val="0"/>
              </a:spcBef>
              <a:spcAft>
                <a:spcPct val="0"/>
              </a:spcAft>
              <a:buClrTx/>
              <a:buSzTx/>
              <a:buFont typeface="Arial" panose="020B0604020202020204" pitchFamily="34" charset="0"/>
              <a:buChar char="•"/>
            </a:pPr>
            <a:r>
              <a:rPr lang="en-US" altLang="en-US" sz="2000" b="1" dirty="0"/>
              <a:t>Methodology Used</a:t>
            </a:r>
            <a:endParaRPr lang="en-US" altLang="en-US" sz="2000" dirty="0"/>
          </a:p>
          <a:p>
            <a:pPr marL="457200" lvl="1" indent="0" eaLnBrk="0" fontAlgn="base" hangingPunct="0">
              <a:lnSpc>
                <a:spcPct val="100000"/>
              </a:lnSpc>
              <a:spcBef>
                <a:spcPct val="0"/>
              </a:spcBef>
              <a:spcAft>
                <a:spcPct val="0"/>
              </a:spcAft>
              <a:buClrTx/>
              <a:buSzTx/>
              <a:buNone/>
            </a:pPr>
            <a:r>
              <a:rPr lang="en-US" altLang="en-US" sz="2000" dirty="0"/>
              <a:t>The proposed system applies machine learning and deep learning techniques including Logistic Regression, Support Vector Machine, Decision Tree, Random Forest, XGBoost, AdaBoost, and an Artificial Neural Network (ANN) to classify multiple diseases based on patient symptoms.</a:t>
            </a:r>
          </a:p>
          <a:p>
            <a:pPr indent="-457200" eaLnBrk="0" fontAlgn="base" hangingPunct="0">
              <a:lnSpc>
                <a:spcPct val="100000"/>
              </a:lnSpc>
              <a:spcBef>
                <a:spcPct val="0"/>
              </a:spcBef>
              <a:spcAft>
                <a:spcPct val="0"/>
              </a:spcAft>
              <a:buClrTx/>
              <a:buSzTx/>
              <a:buFont typeface="Arial" panose="020B0604020202020204" pitchFamily="34" charset="0"/>
              <a:buChar char="•"/>
            </a:pPr>
            <a:r>
              <a:rPr lang="en-US" altLang="en-US" sz="2000" b="1" dirty="0"/>
              <a:t>Result</a:t>
            </a:r>
            <a:endParaRPr lang="en-US" altLang="en-US" sz="2000" dirty="0"/>
          </a:p>
          <a:p>
            <a:pPr marL="457200" lvl="1" indent="0" eaLnBrk="0" fontAlgn="base" hangingPunct="0">
              <a:lnSpc>
                <a:spcPct val="100000"/>
              </a:lnSpc>
              <a:spcBef>
                <a:spcPct val="0"/>
              </a:spcBef>
              <a:spcAft>
                <a:spcPct val="0"/>
              </a:spcAft>
              <a:buClrTx/>
              <a:buSzTx/>
              <a:buNone/>
            </a:pPr>
            <a:r>
              <a:rPr lang="en-US" altLang="en-US" sz="2000" dirty="0"/>
              <a:t>Performance evaluation shows that both machine learning models and the ANN achieve high classification accuracy, demonstrating effective learning of symptom–disease relationships.</a:t>
            </a:r>
          </a:p>
          <a:p>
            <a:pPr lvl="0" indent="-457200" eaLnBrk="0" fontAlgn="base" hangingPunct="0">
              <a:lnSpc>
                <a:spcPct val="100000"/>
              </a:lnSpc>
              <a:spcBef>
                <a:spcPct val="0"/>
              </a:spcBef>
              <a:spcAft>
                <a:spcPct val="0"/>
              </a:spcAft>
              <a:buClrTx/>
              <a:buSzTx/>
              <a:buFont typeface="Arial" panose="020B0604020202020204" pitchFamily="34" charset="0"/>
              <a:buChar char="•"/>
            </a:pPr>
            <a:r>
              <a:rPr lang="en-US" altLang="en-US" sz="2000" b="1" dirty="0"/>
              <a:t>Conclusion</a:t>
            </a:r>
            <a:endParaRPr lang="en-US" altLang="en-US" sz="2000" dirty="0"/>
          </a:p>
          <a:p>
            <a:pPr marL="457200" lvl="1" indent="0" eaLnBrk="0" fontAlgn="base" hangingPunct="0">
              <a:lnSpc>
                <a:spcPct val="100000"/>
              </a:lnSpc>
              <a:spcBef>
                <a:spcPct val="0"/>
              </a:spcBef>
              <a:spcAft>
                <a:spcPct val="0"/>
              </a:spcAft>
              <a:buClrTx/>
              <a:buSzTx/>
              <a:buNone/>
            </a:pPr>
            <a:r>
              <a:rPr lang="en-US" altLang="en-US" sz="2000" dirty="0"/>
              <a:t>The multi-disease prediction system successfully integrates traditional machine learning models with deep learning, offering a reliable and scalable approach for automated disease diagnosis.</a:t>
            </a:r>
          </a:p>
          <a:p>
            <a:pPr marL="0" lvl="0" indent="0">
              <a:buClr>
                <a:schemeClr val="dk1"/>
              </a:buClr>
              <a:buSzPts val="2800"/>
              <a:buNone/>
            </a:pPr>
            <a:endParaRPr lang="en-US" sz="2000" dirty="0"/>
          </a:p>
          <a:p>
            <a:pPr marL="0" indent="0">
              <a:buNone/>
            </a:pPr>
            <a:endParaRPr lang="en-IN" dirty="0"/>
          </a:p>
        </p:txBody>
      </p:sp>
      <p:sp>
        <p:nvSpPr>
          <p:cNvPr id="4" name="Rectangle 3">
            <a:extLst>
              <a:ext uri="{FF2B5EF4-FFF2-40B4-BE49-F238E27FC236}">
                <a16:creationId xmlns:a16="http://schemas.microsoft.com/office/drawing/2014/main" id="{39223D80-150A-DAFB-DCD3-0DC0FB43B349}"/>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9178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732A7-DD2E-CA04-2BC0-7995B6949B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B86679-E36B-D9D2-0BE5-D1A0E8C56C47}"/>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98254273-7953-D9B5-1E52-EB7CF30BF86E}"/>
              </a:ext>
            </a:extLst>
          </p:cNvPr>
          <p:cNvSpPr>
            <a:spLocks noGrp="1"/>
          </p:cNvSpPr>
          <p:nvPr>
            <p:ph idx="1"/>
          </p:nvPr>
        </p:nvSpPr>
        <p:spPr/>
        <p:txBody>
          <a:bodyPr>
            <a:normAutofit/>
          </a:bodyPr>
          <a:lstStyle/>
          <a:p>
            <a:r>
              <a:rPr lang="en-US" sz="2600" dirty="0"/>
              <a:t>Disease diagnosis based on symptoms is often challenging due to overlapping symptoms across different diseases.</a:t>
            </a:r>
          </a:p>
          <a:p>
            <a:r>
              <a:rPr lang="en-US" sz="2600" dirty="0"/>
              <a:t>Manual diagnosis requires experienced medical professionals and can be time-consuming, especially in resource-limited environments.</a:t>
            </a:r>
          </a:p>
          <a:p>
            <a:r>
              <a:rPr lang="en-US" sz="2600" dirty="0"/>
              <a:t>Delayed or incorrect diagnosis may lead to improper treatment and increased health risks.</a:t>
            </a:r>
          </a:p>
          <a:p>
            <a:r>
              <a:rPr lang="en-US" sz="2600" dirty="0"/>
              <a:t>There is a need for an automated system that can analyze patient symptoms and accurately predict multiple diseases.</a:t>
            </a:r>
          </a:p>
          <a:p>
            <a:r>
              <a:rPr lang="en-US" sz="2600" dirty="0"/>
              <a:t>This project addresses this problem by using machine learning and Artificial Neural Network models to predict diseases efficiently and support early medical decision-making.</a:t>
            </a:r>
          </a:p>
          <a:p>
            <a:pPr marL="50800" indent="0">
              <a:buNone/>
            </a:pPr>
            <a:endParaRPr lang="en-US" sz="2600" dirty="0"/>
          </a:p>
          <a:p>
            <a:pPr marL="0" indent="0">
              <a:buNone/>
            </a:pPr>
            <a:endParaRPr lang="en-IN" sz="2600" dirty="0"/>
          </a:p>
        </p:txBody>
      </p:sp>
      <p:sp>
        <p:nvSpPr>
          <p:cNvPr id="4" name="Rectangle 3">
            <a:extLst>
              <a:ext uri="{FF2B5EF4-FFF2-40B4-BE49-F238E27FC236}">
                <a16:creationId xmlns:a16="http://schemas.microsoft.com/office/drawing/2014/main" id="{FA54897F-D2DE-8B07-6424-EB3FE4A304A6}"/>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1152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1ED79-A122-0301-5D37-75CFF89DE211}"/>
            </a:ext>
          </a:extLst>
        </p:cNvPr>
        <p:cNvGrpSpPr/>
        <p:nvPr/>
      </p:nvGrpSpPr>
      <p:grpSpPr>
        <a:xfrm>
          <a:off x="0" y="0"/>
          <a:ext cx="0" cy="0"/>
          <a:chOff x="0" y="0"/>
          <a:chExt cx="0" cy="0"/>
        </a:xfrm>
      </p:grpSpPr>
      <p:sp>
        <p:nvSpPr>
          <p:cNvPr id="12" name="Flowchart: Process 11">
            <a:extLst>
              <a:ext uri="{FF2B5EF4-FFF2-40B4-BE49-F238E27FC236}">
                <a16:creationId xmlns:a16="http://schemas.microsoft.com/office/drawing/2014/main" id="{19DB0F34-DB62-EDD1-EA22-32C9DC8AF05B}"/>
              </a:ext>
            </a:extLst>
          </p:cNvPr>
          <p:cNvSpPr/>
          <p:nvPr/>
        </p:nvSpPr>
        <p:spPr>
          <a:xfrm>
            <a:off x="212727" y="1056876"/>
            <a:ext cx="11772894" cy="4938737"/>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219D8DE2-676C-12F7-8E45-D8BF7B6F7B11}"/>
              </a:ext>
            </a:extLst>
          </p:cNvPr>
          <p:cNvSpPr>
            <a:spLocks noGrp="1"/>
          </p:cNvSpPr>
          <p:nvPr>
            <p:ph type="title"/>
          </p:nvPr>
        </p:nvSpPr>
        <p:spPr/>
        <p:txBody>
          <a:bodyPr/>
          <a:lstStyle/>
          <a:p>
            <a:r>
              <a:rPr lang="en-US" dirty="0"/>
              <a:t>Literature Survey</a:t>
            </a:r>
            <a:endParaRPr lang="en-IN" dirty="0"/>
          </a:p>
        </p:txBody>
      </p:sp>
      <p:graphicFrame>
        <p:nvGraphicFramePr>
          <p:cNvPr id="4" name="Content Placeholder 3">
            <a:extLst>
              <a:ext uri="{FF2B5EF4-FFF2-40B4-BE49-F238E27FC236}">
                <a16:creationId xmlns:a16="http://schemas.microsoft.com/office/drawing/2014/main" id="{9D82AC32-9347-4CC3-0DC5-D49D78C4DB7D}"/>
              </a:ext>
            </a:extLst>
          </p:cNvPr>
          <p:cNvGraphicFramePr>
            <a:graphicFrameLocks noGrp="1"/>
          </p:cNvGraphicFramePr>
          <p:nvPr>
            <p:ph idx="1"/>
            <p:extLst>
              <p:ext uri="{D42A27DB-BD31-4B8C-83A1-F6EECF244321}">
                <p14:modId xmlns:p14="http://schemas.microsoft.com/office/powerpoint/2010/main" val="2097084369"/>
              </p:ext>
            </p:extLst>
          </p:nvPr>
        </p:nvGraphicFramePr>
        <p:xfrm>
          <a:off x="267419" y="1095557"/>
          <a:ext cx="11711853" cy="4839414"/>
        </p:xfrm>
        <a:graphic>
          <a:graphicData uri="http://schemas.openxmlformats.org/drawingml/2006/table">
            <a:tbl>
              <a:tblPr firstRow="1" bandRow="1">
                <a:tableStyleId>{5C22544A-7EE6-4342-B048-85BDC9FD1C3A}</a:tableStyleId>
              </a:tblPr>
              <a:tblGrid>
                <a:gridCol w="2816139">
                  <a:extLst>
                    <a:ext uri="{9D8B030D-6E8A-4147-A177-3AD203B41FA5}">
                      <a16:colId xmlns:a16="http://schemas.microsoft.com/office/drawing/2014/main" val="2921207531"/>
                    </a:ext>
                  </a:extLst>
                </a:gridCol>
                <a:gridCol w="1491969">
                  <a:extLst>
                    <a:ext uri="{9D8B030D-6E8A-4147-A177-3AD203B41FA5}">
                      <a16:colId xmlns:a16="http://schemas.microsoft.com/office/drawing/2014/main" val="2587571572"/>
                    </a:ext>
                  </a:extLst>
                </a:gridCol>
                <a:gridCol w="7403745">
                  <a:extLst>
                    <a:ext uri="{9D8B030D-6E8A-4147-A177-3AD203B41FA5}">
                      <a16:colId xmlns:a16="http://schemas.microsoft.com/office/drawing/2014/main" val="2717131135"/>
                    </a:ext>
                  </a:extLst>
                </a:gridCol>
              </a:tblGrid>
              <a:tr h="405493">
                <a:tc>
                  <a:txBody>
                    <a:bodyPr/>
                    <a:lstStyle/>
                    <a:p>
                      <a:pPr algn="ctr"/>
                      <a:r>
                        <a:rPr lang="en-US" sz="1800" b="0" dirty="0">
                          <a:solidFill>
                            <a:schemeClr val="tx1"/>
                          </a:solidFill>
                          <a:latin typeface="Times New Roman" panose="02020603050405020304" pitchFamily="18" charset="0"/>
                          <a:cs typeface="Times New Roman" panose="02020603050405020304" pitchFamily="18" charset="0"/>
                        </a:rPr>
                        <a:t> Author(s) / Source</a:t>
                      </a:r>
                      <a:endParaRPr lang="en-IN" sz="1800" b="0" dirty="0">
                        <a:solidFill>
                          <a:schemeClr val="tx1"/>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ctr"/>
                      <a:r>
                        <a:rPr lang="en-US" sz="1800" b="0" dirty="0">
                          <a:solidFill>
                            <a:schemeClr val="tx1"/>
                          </a:solidFill>
                          <a:latin typeface="Times New Roman" panose="02020603050405020304" pitchFamily="18" charset="0"/>
                          <a:cs typeface="Times New Roman" panose="02020603050405020304" pitchFamily="18" charset="0"/>
                        </a:rPr>
                        <a:t>Year</a:t>
                      </a:r>
                      <a:endParaRPr lang="en-IN" sz="1800" b="0" dirty="0">
                        <a:solidFill>
                          <a:schemeClr val="tx1"/>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ctr"/>
                      <a:r>
                        <a:rPr lang="en-US" sz="1800" b="0" dirty="0">
                          <a:solidFill>
                            <a:schemeClr val="tx1"/>
                          </a:solidFill>
                          <a:latin typeface="Times New Roman" panose="02020603050405020304" pitchFamily="18" charset="0"/>
                          <a:cs typeface="Times New Roman" panose="02020603050405020304" pitchFamily="18" charset="0"/>
                        </a:rPr>
                        <a:t>Main Contribution</a:t>
                      </a:r>
                      <a:endParaRPr lang="en-IN" sz="1800" b="0" dirty="0">
                        <a:solidFill>
                          <a:schemeClr val="tx1"/>
                        </a:solidFill>
                        <a:latin typeface="Times New Roman" panose="02020603050405020304" pitchFamily="18"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1378605226"/>
                  </a:ext>
                </a:extLst>
              </a:tr>
              <a:tr h="1208976">
                <a:tc>
                  <a:txBody>
                    <a:bodyPr/>
                    <a:lstStyle/>
                    <a:p>
                      <a:pPr algn="just">
                        <a:buNone/>
                      </a:pPr>
                      <a:r>
                        <a:rPr lang="en-US" sz="1800" dirty="0">
                          <a:latin typeface="Times New Roman" panose="02020603050405020304" pitchFamily="18" charset="0"/>
                          <a:cs typeface="Times New Roman" panose="02020603050405020304" pitchFamily="18" charset="0"/>
                        </a:rPr>
                        <a:t>S. Kumar &amp; N. Khan – </a:t>
                      </a:r>
                      <a:r>
                        <a:rPr lang="en-US" sz="1800" i="1" dirty="0">
                          <a:latin typeface="Times New Roman" panose="02020603050405020304" pitchFamily="18" charset="0"/>
                          <a:cs typeface="Times New Roman" panose="02020603050405020304" pitchFamily="18" charset="0"/>
                        </a:rPr>
                        <a:t>Machine Learning-Based Multiple Disease Prediction System</a:t>
                      </a:r>
                    </a:p>
                  </a:txBody>
                  <a:tcPr anchor="ctr">
                    <a:solidFill>
                      <a:schemeClr val="bg1"/>
                    </a:solidFill>
                  </a:tcPr>
                </a:tc>
                <a:tc>
                  <a:txBody>
                    <a:bodyPr/>
                    <a:lstStyle/>
                    <a:p>
                      <a:pPr algn="ctr">
                        <a:buNone/>
                      </a:pPr>
                      <a:r>
                        <a:rPr lang="en-US" sz="1800" dirty="0">
                          <a:latin typeface="Times New Roman" panose="02020603050405020304" pitchFamily="18" charset="0"/>
                          <a:cs typeface="Times New Roman" panose="02020603050405020304" pitchFamily="18" charset="0"/>
                        </a:rPr>
                        <a:t>2025</a:t>
                      </a:r>
                    </a:p>
                  </a:txBody>
                  <a:tcPr anchor="ctr">
                    <a:solidFill>
                      <a:schemeClr val="bg1"/>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i="0" dirty="0">
                          <a:latin typeface="Times New Roman" panose="02020603050405020304" pitchFamily="18" charset="0"/>
                          <a:cs typeface="Times New Roman" panose="02020603050405020304" pitchFamily="18" charset="0"/>
                        </a:rPr>
                        <a:t>ML-based system predicting multiple diseases using structured input data.</a:t>
                      </a:r>
                    </a:p>
                    <a:p>
                      <a:pPr algn="just">
                        <a:buNone/>
                      </a:pPr>
                      <a:r>
                        <a:rPr lang="en-US" sz="1800" dirty="0">
                          <a:latin typeface="Times New Roman" panose="02020603050405020304" pitchFamily="18" charset="0"/>
                          <a:cs typeface="Times New Roman" panose="02020603050405020304" pitchFamily="18" charset="0"/>
                        </a:rPr>
                        <a:t>GAP: </a:t>
                      </a:r>
                      <a:r>
                        <a:rPr lang="en-US" sz="1800" i="0" dirty="0">
                          <a:latin typeface="Times New Roman" panose="02020603050405020304" pitchFamily="18" charset="0"/>
                          <a:cs typeface="Times New Roman" panose="02020603050405020304" pitchFamily="18" charset="0"/>
                        </a:rPr>
                        <a:t>Limited feature set</a:t>
                      </a:r>
                      <a:endParaRPr lang="en-US" sz="1800"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2083474439"/>
                  </a:ext>
                </a:extLst>
              </a:tr>
              <a:tr h="1131901">
                <a:tc>
                  <a:txBody>
                    <a:bodyPr/>
                    <a:lstStyle/>
                    <a:p>
                      <a:pPr algn="just"/>
                      <a:r>
                        <a:rPr lang="en-US" sz="1800" dirty="0">
                          <a:latin typeface="Times New Roman" panose="02020603050405020304" pitchFamily="18" charset="0"/>
                          <a:cs typeface="Times New Roman" panose="02020603050405020304" pitchFamily="18" charset="0"/>
                        </a:rPr>
                        <a:t>F. Din – </a:t>
                      </a:r>
                      <a:r>
                        <a:rPr lang="en-US" sz="1800" i="1" dirty="0">
                          <a:latin typeface="Times New Roman" panose="02020603050405020304" pitchFamily="18" charset="0"/>
                          <a:cs typeface="Times New Roman" panose="02020603050405020304" pitchFamily="18" charset="0"/>
                        </a:rPr>
                        <a:t>Multi-Disease Prediction Using Machine Learning Algorithms </a:t>
                      </a:r>
                      <a:endParaRPr lang="en-IN" sz="18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ctr"/>
                      <a:r>
                        <a:rPr lang="en-US" sz="1800" b="0" dirty="0">
                          <a:latin typeface="Times New Roman" panose="02020603050405020304" pitchFamily="18" charset="0"/>
                          <a:cs typeface="Times New Roman" panose="02020603050405020304" pitchFamily="18" charset="0"/>
                        </a:rPr>
                        <a:t>2024</a:t>
                      </a:r>
                      <a:endParaRPr lang="en-IN" sz="18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800" i="0" dirty="0">
                          <a:latin typeface="Times New Roman" panose="02020603050405020304" pitchFamily="18" charset="0"/>
                          <a:cs typeface="Times New Roman" panose="02020603050405020304" pitchFamily="18" charset="0"/>
                        </a:rPr>
                        <a:t>Compares multiple ML algorithms for multi-disease classification.</a:t>
                      </a:r>
                    </a:p>
                    <a:p>
                      <a:pPr marL="0" marR="0" lvl="0" indent="0" algn="just"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anose="02020603050405020304" pitchFamily="18" charset="0"/>
                          <a:cs typeface="Times New Roman" panose="02020603050405020304" pitchFamily="18" charset="0"/>
                        </a:rPr>
                        <a:t>GAP: </a:t>
                      </a:r>
                      <a:r>
                        <a:rPr lang="en-US" sz="1800" i="0" dirty="0">
                          <a:latin typeface="Times New Roman" panose="02020603050405020304" pitchFamily="18" charset="0"/>
                          <a:cs typeface="Times New Roman" panose="02020603050405020304" pitchFamily="18" charset="0"/>
                        </a:rPr>
                        <a:t>Dataset imbalance not addressed; minimal clinical validation.</a:t>
                      </a:r>
                    </a:p>
                  </a:txBody>
                  <a:tcPr>
                    <a:solidFill>
                      <a:schemeClr val="bg1"/>
                    </a:solidFill>
                  </a:tcPr>
                </a:tc>
                <a:extLst>
                  <a:ext uri="{0D108BD9-81ED-4DB2-BD59-A6C34878D82A}">
                    <a16:rowId xmlns:a16="http://schemas.microsoft.com/office/drawing/2014/main" val="3915030881"/>
                  </a:ext>
                </a:extLst>
              </a:tr>
              <a:tr h="1130531">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i="0" dirty="0">
                          <a:latin typeface="Times New Roman" panose="02020603050405020304" pitchFamily="18" charset="0"/>
                          <a:cs typeface="Times New Roman" panose="02020603050405020304" pitchFamily="18" charset="0"/>
                        </a:rPr>
                        <a:t>IJCRT – </a:t>
                      </a:r>
                      <a:r>
                        <a:rPr lang="en-US" sz="1800" i="1" dirty="0">
                          <a:latin typeface="Times New Roman" panose="02020603050405020304" pitchFamily="18" charset="0"/>
                          <a:cs typeface="Times New Roman" panose="02020603050405020304" pitchFamily="18" charset="0"/>
                        </a:rPr>
                        <a:t>Multiple Disease Prediction Using Machine Learning</a:t>
                      </a:r>
                    </a:p>
                  </a:txBody>
                  <a:tcPr>
                    <a:solidFill>
                      <a:schemeClr val="bg1"/>
                    </a:solidFill>
                  </a:tcPr>
                </a:tc>
                <a:tc>
                  <a:txBody>
                    <a:bodyPr/>
                    <a:lstStyle/>
                    <a:p>
                      <a:pPr algn="ctr"/>
                      <a:r>
                        <a:rPr lang="en-US" sz="1800" b="0" dirty="0">
                          <a:latin typeface="Times New Roman" panose="02020603050405020304" pitchFamily="18" charset="0"/>
                          <a:cs typeface="Times New Roman" panose="02020603050405020304" pitchFamily="18" charset="0"/>
                        </a:rPr>
                        <a:t>2024</a:t>
                      </a:r>
                      <a:endParaRPr lang="en-IN" sz="18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buNone/>
                      </a:pPr>
                      <a:r>
                        <a:rPr lang="en-US" sz="1800" i="0" dirty="0">
                          <a:latin typeface="Times New Roman" panose="02020603050405020304" pitchFamily="18" charset="0"/>
                          <a:cs typeface="Times New Roman" panose="02020603050405020304" pitchFamily="18" charset="0"/>
                        </a:rPr>
                        <a:t>ML models applied to structured clinical/symptom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i="0" dirty="0">
                          <a:latin typeface="Times New Roman" panose="02020603050405020304" pitchFamily="18" charset="0"/>
                          <a:cs typeface="Times New Roman" panose="02020603050405020304" pitchFamily="18" charset="0"/>
                        </a:rPr>
                        <a:t>GAP: Preprint; limited evaluation metrics, not tested on real-world data.</a:t>
                      </a:r>
                    </a:p>
                  </a:txBody>
                  <a:tcPr>
                    <a:solidFill>
                      <a:schemeClr val="bg1"/>
                    </a:solidFill>
                  </a:tcPr>
                </a:tc>
                <a:extLst>
                  <a:ext uri="{0D108BD9-81ED-4DB2-BD59-A6C34878D82A}">
                    <a16:rowId xmlns:a16="http://schemas.microsoft.com/office/drawing/2014/main" val="4218565787"/>
                  </a:ext>
                </a:extLst>
              </a:tr>
              <a:tr h="962513">
                <a:tc>
                  <a:txBody>
                    <a:bodyPr/>
                    <a:lstStyle/>
                    <a:p>
                      <a:pPr>
                        <a:buNone/>
                      </a:pPr>
                      <a:r>
                        <a:rPr lang="en-US" sz="1600" i="0" dirty="0">
                          <a:latin typeface="Times New Roman" panose="02020603050405020304" pitchFamily="18" charset="0"/>
                          <a:cs typeface="Times New Roman" panose="02020603050405020304" pitchFamily="18" charset="0"/>
                        </a:rPr>
                        <a:t>Nghiem, N. et al., – </a:t>
                      </a:r>
                      <a:r>
                        <a:rPr lang="en-US" sz="1600" i="1" dirty="0">
                          <a:latin typeface="Times New Roman" panose="02020603050405020304" pitchFamily="18" charset="0"/>
                          <a:cs typeface="Times New Roman" panose="02020603050405020304" pitchFamily="18" charset="0"/>
                        </a:rPr>
                        <a:t>ML-Based Prediction of Diabetes Complications</a:t>
                      </a:r>
                    </a:p>
                  </a:txBody>
                  <a:tcPr>
                    <a:solidFill>
                      <a:schemeClr val="bg1"/>
                    </a:solidFill>
                  </a:tcPr>
                </a:tc>
                <a:tc>
                  <a:txBody>
                    <a:bodyPr/>
                    <a:lstStyle/>
                    <a:p>
                      <a:pPr algn="ctr"/>
                      <a:r>
                        <a:rPr lang="en-US" sz="1800" b="0" dirty="0">
                          <a:latin typeface="Times New Roman" panose="02020603050405020304" pitchFamily="18" charset="0"/>
                          <a:cs typeface="Times New Roman" panose="02020603050405020304" pitchFamily="18" charset="0"/>
                        </a:rPr>
                        <a:t>2024</a:t>
                      </a:r>
                      <a:endParaRPr lang="en-IN" sz="18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buNone/>
                      </a:pPr>
                      <a:r>
                        <a:rPr lang="en-IN" sz="1800" i="0" dirty="0">
                          <a:latin typeface="Times New Roman" panose="02020603050405020304" pitchFamily="18" charset="0"/>
                          <a:cs typeface="Times New Roman" panose="02020603050405020304" pitchFamily="18" charset="0"/>
                        </a:rPr>
                        <a:t>Predicts diabetes complications using ML + socio-administrative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i="0" dirty="0">
                          <a:latin typeface="Times New Roman" panose="02020603050405020304" pitchFamily="18" charset="0"/>
                          <a:cs typeface="Times New Roman" panose="02020603050405020304" pitchFamily="18" charset="0"/>
                        </a:rPr>
                        <a:t>GAP: </a:t>
                      </a:r>
                      <a:r>
                        <a:rPr lang="en-US" sz="1800" i="0" dirty="0">
                          <a:latin typeface="Times New Roman" panose="02020603050405020304" pitchFamily="18" charset="0"/>
                          <a:cs typeface="Times New Roman" panose="02020603050405020304" pitchFamily="18" charset="0"/>
                        </a:rPr>
                        <a:t>Focused only on diabetes; not generalized to multi-disease settings.</a:t>
                      </a:r>
                    </a:p>
                    <a:p>
                      <a:pPr>
                        <a:buNone/>
                      </a:pPr>
                      <a:endParaRPr lang="en-IN" sz="1800" i="0" dirty="0">
                        <a:latin typeface="Times New Roman" panose="02020603050405020304" pitchFamily="18"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2522247910"/>
                  </a:ext>
                </a:extLst>
              </a:tr>
            </a:tbl>
          </a:graphicData>
        </a:graphic>
      </p:graphicFrame>
      <p:cxnSp>
        <p:nvCxnSpPr>
          <p:cNvPr id="6" name="Straight Connector 5">
            <a:extLst>
              <a:ext uri="{FF2B5EF4-FFF2-40B4-BE49-F238E27FC236}">
                <a16:creationId xmlns:a16="http://schemas.microsoft.com/office/drawing/2014/main" id="{858D4E90-13D5-D8D7-3D35-8F1E7DDCB91B}"/>
              </a:ext>
            </a:extLst>
          </p:cNvPr>
          <p:cNvCxnSpPr>
            <a:cxnSpLocks/>
          </p:cNvCxnSpPr>
          <p:nvPr/>
        </p:nvCxnSpPr>
        <p:spPr>
          <a:xfrm>
            <a:off x="3096883" y="1056876"/>
            <a:ext cx="0" cy="49387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4C4033C-0D13-815B-6E49-005EA7119BCB}"/>
              </a:ext>
            </a:extLst>
          </p:cNvPr>
          <p:cNvCxnSpPr>
            <a:cxnSpLocks/>
          </p:cNvCxnSpPr>
          <p:nvPr/>
        </p:nvCxnSpPr>
        <p:spPr>
          <a:xfrm>
            <a:off x="4580626" y="1056876"/>
            <a:ext cx="0" cy="49387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E04F11E-58FD-28A8-111E-153496F04515}"/>
              </a:ext>
            </a:extLst>
          </p:cNvPr>
          <p:cNvCxnSpPr>
            <a:cxnSpLocks/>
          </p:cNvCxnSpPr>
          <p:nvPr/>
        </p:nvCxnSpPr>
        <p:spPr>
          <a:xfrm>
            <a:off x="212727" y="1457864"/>
            <a:ext cx="11739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F331F37E-293E-B04F-80D0-3FB2BD85CD0B}"/>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4477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678AD-5F06-C153-ED47-B171E09152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EE0E20-A296-C96E-D7FC-80F6C4685393}"/>
              </a:ext>
            </a:extLst>
          </p:cNvPr>
          <p:cNvSpPr>
            <a:spLocks noGrp="1"/>
          </p:cNvSpPr>
          <p:nvPr>
            <p:ph type="title"/>
          </p:nvPr>
        </p:nvSpPr>
        <p:spPr/>
        <p:txBody>
          <a:bodyPr/>
          <a:lstStyle/>
          <a:p>
            <a:r>
              <a:rPr lang="en-US" dirty="0"/>
              <a:t>Existing System</a:t>
            </a:r>
            <a:br>
              <a:rPr lang="en-US" dirty="0"/>
            </a:br>
            <a:endParaRPr lang="en-IN" dirty="0"/>
          </a:p>
        </p:txBody>
      </p:sp>
      <p:sp>
        <p:nvSpPr>
          <p:cNvPr id="3" name="Content Placeholder 2">
            <a:extLst>
              <a:ext uri="{FF2B5EF4-FFF2-40B4-BE49-F238E27FC236}">
                <a16:creationId xmlns:a16="http://schemas.microsoft.com/office/drawing/2014/main" id="{3EE3446F-1034-76F4-EF00-6B7E7151FEB9}"/>
              </a:ext>
            </a:extLst>
          </p:cNvPr>
          <p:cNvSpPr>
            <a:spLocks noGrp="1"/>
          </p:cNvSpPr>
          <p:nvPr>
            <p:ph idx="1"/>
          </p:nvPr>
        </p:nvSpPr>
        <p:spPr/>
        <p:txBody>
          <a:bodyPr>
            <a:normAutofit/>
          </a:bodyPr>
          <a:lstStyle/>
          <a:p>
            <a:pPr>
              <a:buFont typeface="Arial" panose="020B0604020202020204" pitchFamily="34" charset="0"/>
              <a:buChar char="•"/>
            </a:pPr>
            <a:r>
              <a:rPr lang="en-US" sz="2400" dirty="0"/>
              <a:t>Many existing disease prediction systems focus on predicting only a single disease, which limits their applicability in real-world healthcare scenarios where patients may exhibit symptoms related to multiple conditions.</a:t>
            </a:r>
          </a:p>
          <a:p>
            <a:pPr>
              <a:buFont typeface="Arial" panose="020B0604020202020204" pitchFamily="34" charset="0"/>
              <a:buChar char="•"/>
            </a:pPr>
            <a:r>
              <a:rPr lang="en-US" sz="2400" dirty="0"/>
              <a:t>Several studies rely on only one machine learning algorithm, which may not provide the best prediction accuracy or reliability for complex medical datasets.</a:t>
            </a:r>
          </a:p>
          <a:p>
            <a:pPr>
              <a:buFont typeface="Arial" panose="020B0604020202020204" pitchFamily="34" charset="0"/>
              <a:buChar char="•"/>
            </a:pPr>
            <a:r>
              <a:rPr lang="en-US" sz="2400" dirty="0"/>
              <a:t>Most existing systems lack proper comparative analysis of multiple models, making it difficult to determine which algorithm performs best for disease prediction.</a:t>
            </a:r>
          </a:p>
          <a:p>
            <a:pPr>
              <a:buFont typeface="Arial" panose="020B0604020202020204" pitchFamily="34" charset="0"/>
              <a:buChar char="•"/>
            </a:pPr>
            <a:r>
              <a:rPr lang="en-US" sz="2400" dirty="0"/>
              <a:t>Many research works depend mainly on clinical or laboratory data, which may not always be easily available, reducing the accessibility of such systems for early disease detection based on symptoms.</a:t>
            </a:r>
            <a:endParaRPr lang="en-IN" sz="2400" dirty="0"/>
          </a:p>
        </p:txBody>
      </p:sp>
      <p:sp>
        <p:nvSpPr>
          <p:cNvPr id="4" name="Rectangle 3">
            <a:extLst>
              <a:ext uri="{FF2B5EF4-FFF2-40B4-BE49-F238E27FC236}">
                <a16:creationId xmlns:a16="http://schemas.microsoft.com/office/drawing/2014/main" id="{FE626631-A2C4-6E7C-4657-0DA78969D1C7}"/>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99878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95510-984E-D6EC-316C-21C0F73AB1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6D2F32-26BC-92B4-7466-502DDC91B87C}"/>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id="{6D148284-6C3A-0B0F-75BF-5576E2D98EC3}"/>
              </a:ext>
            </a:extLst>
          </p:cNvPr>
          <p:cNvSpPr>
            <a:spLocks noGrp="1"/>
          </p:cNvSpPr>
          <p:nvPr>
            <p:ph idx="1"/>
          </p:nvPr>
        </p:nvSpPr>
        <p:spPr/>
        <p:txBody>
          <a:bodyPr>
            <a:normAutofit/>
          </a:bodyPr>
          <a:lstStyle/>
          <a:p>
            <a:pPr>
              <a:buFont typeface="Arial" panose="020B0604020202020204" pitchFamily="34" charset="0"/>
              <a:buChar char="•"/>
            </a:pPr>
            <a:r>
              <a:rPr lang="en-US" sz="2400" dirty="0"/>
              <a:t>The proposed system develops a symptom-based multi-disease prediction model that can identify multiple diseases within a single platform, improving the efficiency of disease diagnosis.</a:t>
            </a:r>
          </a:p>
          <a:p>
            <a:pPr>
              <a:buFont typeface="Arial" panose="020B0604020202020204" pitchFamily="34" charset="0"/>
              <a:buChar char="•"/>
            </a:pPr>
            <a:r>
              <a:rPr lang="en-US" sz="2400" dirty="0"/>
              <a:t>The system implements and compares multiple machine learning algorithms such as Logistic Regression, Support Vector Machine (SVM), Decision Tree, Random Forest, XGBoost, AdaBoost, and Artificial Neural Networks to achieve better prediction performance.</a:t>
            </a:r>
          </a:p>
          <a:p>
            <a:pPr>
              <a:buFont typeface="Arial" panose="020B0604020202020204" pitchFamily="34" charset="0"/>
              <a:buChar char="•"/>
            </a:pPr>
            <a:r>
              <a:rPr lang="en-US" sz="2400" dirty="0"/>
              <a:t>The system evaluates model performance using metrics such as accuracy, precision, recall, and F1-score to identify the most reliable model for disease prediction.</a:t>
            </a:r>
          </a:p>
          <a:p>
            <a:pPr>
              <a:buFont typeface="Arial" panose="020B0604020202020204" pitchFamily="34" charset="0"/>
              <a:buChar char="•"/>
            </a:pPr>
            <a:r>
              <a:rPr lang="en-US" sz="2400" dirty="0"/>
              <a:t>The system allows users to enter symptoms as input and generates disease predictions automatically, providing a quick and efficient approach for preliminary health analysis.</a:t>
            </a:r>
            <a:endParaRPr lang="en-IN" sz="2400" dirty="0"/>
          </a:p>
        </p:txBody>
      </p:sp>
      <p:sp>
        <p:nvSpPr>
          <p:cNvPr id="4" name="Rectangle 3">
            <a:extLst>
              <a:ext uri="{FF2B5EF4-FFF2-40B4-BE49-F238E27FC236}">
                <a16:creationId xmlns:a16="http://schemas.microsoft.com/office/drawing/2014/main" id="{8E3E4D0D-6431-77F0-D871-FA1F7FC363A0}"/>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85560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2FE52-A7CD-4055-A1DC-F66CDB9F06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AB467E-6BE7-4B9E-A2B1-0DDACB5082F0}"/>
              </a:ext>
            </a:extLst>
          </p:cNvPr>
          <p:cNvSpPr>
            <a:spLocks noGrp="1"/>
          </p:cNvSpPr>
          <p:nvPr>
            <p:ph type="title"/>
          </p:nvPr>
        </p:nvSpPr>
        <p:spPr/>
        <p:txBody>
          <a:bodyPr/>
          <a:lstStyle/>
          <a:p>
            <a:r>
              <a:rPr lang="en-US" dirty="0"/>
              <a:t>Planning</a:t>
            </a:r>
          </a:p>
        </p:txBody>
      </p:sp>
      <p:sp>
        <p:nvSpPr>
          <p:cNvPr id="3" name="Content Placeholder 2">
            <a:extLst>
              <a:ext uri="{FF2B5EF4-FFF2-40B4-BE49-F238E27FC236}">
                <a16:creationId xmlns:a16="http://schemas.microsoft.com/office/drawing/2014/main" id="{55050A2E-1E14-9CB3-6D60-C87B4DB0C726}"/>
              </a:ext>
            </a:extLst>
          </p:cNvPr>
          <p:cNvSpPr>
            <a:spLocks noGrp="1"/>
          </p:cNvSpPr>
          <p:nvPr>
            <p:ph idx="1"/>
          </p:nvPr>
        </p:nvSpPr>
        <p:spPr/>
        <p:txBody>
          <a:bodyPr>
            <a:normAutofit lnSpcReduction="10000"/>
          </a:bodyPr>
          <a:lstStyle/>
          <a:p>
            <a:r>
              <a:rPr lang="en-IN" b="1" dirty="0"/>
              <a:t>Programming Language:</a:t>
            </a:r>
            <a:r>
              <a:rPr lang="en-IN" dirty="0"/>
              <a:t> Python</a:t>
            </a:r>
          </a:p>
          <a:p>
            <a:r>
              <a:rPr lang="en-IN" b="1" dirty="0"/>
              <a:t>Development Environment: </a:t>
            </a:r>
            <a:r>
              <a:rPr lang="en-IN" dirty="0"/>
              <a:t>Any Python Code Editor</a:t>
            </a:r>
          </a:p>
          <a:p>
            <a:r>
              <a:rPr lang="en-IN" b="1" dirty="0"/>
              <a:t>Operating System:</a:t>
            </a:r>
            <a:r>
              <a:rPr lang="en-IN" dirty="0"/>
              <a:t> Windows / Linux</a:t>
            </a:r>
          </a:p>
          <a:p>
            <a:r>
              <a:rPr lang="en-IN" b="1" dirty="0"/>
              <a:t>Libraries &amp; Frameworks:</a:t>
            </a:r>
            <a:endParaRPr lang="en-IN" dirty="0"/>
          </a:p>
          <a:p>
            <a:pPr lvl="1"/>
            <a:r>
              <a:rPr lang="en-IN" dirty="0"/>
              <a:t>NumPy</a:t>
            </a:r>
          </a:p>
          <a:p>
            <a:pPr lvl="1"/>
            <a:r>
              <a:rPr lang="en-IN" dirty="0"/>
              <a:t>Pandas</a:t>
            </a:r>
          </a:p>
          <a:p>
            <a:pPr lvl="1"/>
            <a:r>
              <a:rPr lang="en-IN" dirty="0"/>
              <a:t>Matplotlib</a:t>
            </a:r>
          </a:p>
          <a:p>
            <a:pPr lvl="1"/>
            <a:r>
              <a:rPr lang="en-IN" dirty="0"/>
              <a:t>Seaborn</a:t>
            </a:r>
          </a:p>
          <a:p>
            <a:pPr lvl="1"/>
            <a:r>
              <a:rPr lang="en-IN" dirty="0"/>
              <a:t>Scikit-learn</a:t>
            </a:r>
          </a:p>
          <a:p>
            <a:pPr lvl="1"/>
            <a:r>
              <a:rPr lang="en-IN" dirty="0"/>
              <a:t>XGBoost, AdaBoost</a:t>
            </a:r>
          </a:p>
          <a:p>
            <a:pPr lvl="1"/>
            <a:r>
              <a:rPr lang="en-IN" dirty="0"/>
              <a:t>TensorFlow / Keras (for ANN)</a:t>
            </a:r>
          </a:p>
          <a:p>
            <a:r>
              <a:rPr lang="en-IN" b="1" dirty="0"/>
              <a:t>Version Control (Optional):</a:t>
            </a:r>
            <a:r>
              <a:rPr lang="en-IN" dirty="0"/>
              <a:t> Git</a:t>
            </a:r>
          </a:p>
          <a:p>
            <a:r>
              <a:rPr lang="en-IN" b="1" dirty="0"/>
              <a:t>Data Handling Tool:</a:t>
            </a:r>
            <a:r>
              <a:rPr lang="en-IN" dirty="0"/>
              <a:t> CSV dataset</a:t>
            </a:r>
          </a:p>
          <a:p>
            <a:pPr marL="0" indent="0">
              <a:buNone/>
            </a:pPr>
            <a:endParaRPr lang="en-IN" dirty="0"/>
          </a:p>
        </p:txBody>
      </p:sp>
    </p:spTree>
    <p:extLst>
      <p:ext uri="{BB962C8B-B14F-4D97-AF65-F5344CB8AC3E}">
        <p14:creationId xmlns:p14="http://schemas.microsoft.com/office/powerpoint/2010/main" val="1246434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FCCA3-D127-8E50-78AF-8954BCB666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BE2242-9D1F-8FE6-6593-D2204C8280BB}"/>
              </a:ext>
            </a:extLst>
          </p:cNvPr>
          <p:cNvSpPr>
            <a:spLocks noGrp="1"/>
          </p:cNvSpPr>
          <p:nvPr>
            <p:ph type="title"/>
          </p:nvPr>
        </p:nvSpPr>
        <p:spPr/>
        <p:txBody>
          <a:bodyPr/>
          <a:lstStyle/>
          <a:p>
            <a:r>
              <a:rPr lang="en-US" dirty="0">
                <a:sym typeface="+mn-ea"/>
              </a:rPr>
              <a:t>Datasets/Modules</a:t>
            </a:r>
            <a:endParaRPr lang="en-US" dirty="0"/>
          </a:p>
        </p:txBody>
      </p:sp>
      <p:sp>
        <p:nvSpPr>
          <p:cNvPr id="3" name="Content Placeholder 2">
            <a:extLst>
              <a:ext uri="{FF2B5EF4-FFF2-40B4-BE49-F238E27FC236}">
                <a16:creationId xmlns:a16="http://schemas.microsoft.com/office/drawing/2014/main" id="{A4A793E3-DAD4-B6C0-823C-2B0D2D8D83B9}"/>
              </a:ext>
            </a:extLst>
          </p:cNvPr>
          <p:cNvSpPr>
            <a:spLocks noGrp="1"/>
          </p:cNvSpPr>
          <p:nvPr>
            <p:ph idx="1"/>
          </p:nvPr>
        </p:nvSpPr>
        <p:spPr/>
        <p:txBody>
          <a:bodyPr>
            <a:normAutofit/>
          </a:bodyPr>
          <a:lstStyle/>
          <a:p>
            <a:pPr marL="285750" lvl="0" indent="-285750" eaLnBrk="0" fontAlgn="base" hangingPunct="0">
              <a:lnSpc>
                <a:spcPct val="100000"/>
              </a:lnSpc>
              <a:spcBef>
                <a:spcPct val="0"/>
              </a:spcBef>
              <a:spcAft>
                <a:spcPct val="0"/>
              </a:spcAft>
              <a:buClrTx/>
              <a:buSzTx/>
              <a:buFont typeface="Arial" panose="020B0604020202020204" pitchFamily="34" charset="0"/>
              <a:buChar char="•"/>
            </a:pPr>
            <a:r>
              <a:rPr lang="en-US" altLang="en-US" sz="2000" dirty="0"/>
              <a:t>The dataset used in this project is a symptom-based medical dataset consisting of patient health records.</a:t>
            </a:r>
          </a:p>
          <a:p>
            <a:pPr marL="285750" indent="-285750" eaLnBrk="0" fontAlgn="base" hangingPunct="0">
              <a:lnSpc>
                <a:spcPct val="100000"/>
              </a:lnSpc>
              <a:spcBef>
                <a:spcPct val="0"/>
              </a:spcBef>
              <a:spcAft>
                <a:spcPct val="0"/>
              </a:spcAft>
              <a:buClrTx/>
              <a:buSzTx/>
              <a:buFont typeface="Arial" panose="020B0604020202020204" pitchFamily="34" charset="0"/>
              <a:buChar char="•"/>
            </a:pPr>
            <a:r>
              <a:rPr lang="en-US" altLang="en-US" sz="2000" dirty="0"/>
              <a:t>Two datasets are used:</a:t>
            </a:r>
          </a:p>
          <a:p>
            <a:pPr marL="457200" lvl="1" indent="0" eaLnBrk="0" fontAlgn="base" hangingPunct="0">
              <a:lnSpc>
                <a:spcPct val="100000"/>
              </a:lnSpc>
              <a:spcBef>
                <a:spcPct val="0"/>
              </a:spcBef>
              <a:spcAft>
                <a:spcPct val="0"/>
              </a:spcAft>
              <a:buClrTx/>
              <a:buSzTx/>
              <a:buFontTx/>
              <a:buChar char="•"/>
            </a:pPr>
            <a:r>
              <a:rPr lang="en-US" altLang="en-US" sz="2000" dirty="0"/>
              <a:t>    </a:t>
            </a:r>
            <a:r>
              <a:rPr lang="en-US" altLang="en-US" sz="2000" b="1" dirty="0"/>
              <a:t>Training Dataset </a:t>
            </a:r>
            <a:r>
              <a:rPr lang="en-US" altLang="en-US" sz="2000" dirty="0"/>
              <a:t>for model training</a:t>
            </a:r>
          </a:p>
          <a:p>
            <a:pPr marL="457200" lvl="1" indent="0" eaLnBrk="0" fontAlgn="base" hangingPunct="0">
              <a:lnSpc>
                <a:spcPct val="100000"/>
              </a:lnSpc>
              <a:spcBef>
                <a:spcPct val="0"/>
              </a:spcBef>
              <a:spcAft>
                <a:spcPct val="0"/>
              </a:spcAft>
              <a:buClrTx/>
              <a:buSzTx/>
              <a:buFontTx/>
              <a:buChar char="•"/>
            </a:pPr>
            <a:r>
              <a:rPr lang="en-US" altLang="en-US" sz="2000" dirty="0"/>
              <a:t>    </a:t>
            </a:r>
            <a:r>
              <a:rPr lang="en-US" altLang="en-US" sz="2000" b="1" dirty="0"/>
              <a:t>Testing Dataset </a:t>
            </a:r>
            <a:r>
              <a:rPr lang="en-US" altLang="en-US" sz="2000" dirty="0"/>
              <a:t>for model evaluation</a:t>
            </a:r>
          </a:p>
          <a:p>
            <a:pPr marL="285750" lvl="0" indent="-285750" eaLnBrk="0" fontAlgn="base" hangingPunct="0">
              <a:lnSpc>
                <a:spcPct val="100000"/>
              </a:lnSpc>
              <a:spcBef>
                <a:spcPct val="0"/>
              </a:spcBef>
              <a:spcAft>
                <a:spcPct val="0"/>
              </a:spcAft>
              <a:buClrTx/>
              <a:buSzTx/>
              <a:buFont typeface="Arial" panose="020B0604020202020204" pitchFamily="34" charset="0"/>
              <a:buChar char="•"/>
            </a:pPr>
            <a:r>
              <a:rPr lang="en-US" altLang="en-US" sz="2000" dirty="0"/>
              <a:t>Each record represents a patient case described using multiple symptoms.</a:t>
            </a:r>
          </a:p>
          <a:p>
            <a:pPr marL="285750" lvl="0" indent="-285750" eaLnBrk="0" fontAlgn="base" hangingPunct="0">
              <a:lnSpc>
                <a:spcPct val="100000"/>
              </a:lnSpc>
              <a:spcBef>
                <a:spcPct val="0"/>
              </a:spcBef>
              <a:spcAft>
                <a:spcPct val="0"/>
              </a:spcAft>
              <a:buClrTx/>
              <a:buSzTx/>
              <a:buFont typeface="Arial" panose="020B0604020202020204" pitchFamily="34" charset="0"/>
              <a:buChar char="•"/>
            </a:pPr>
            <a:r>
              <a:rPr lang="en-US" sz="2000" dirty="0"/>
              <a:t>From the available diseases, six diseases were selected for prediction: Diabetes, Bronchial Asthma, Pneumonia, Jaundice, Tuberculosis, and Heart Attack.</a:t>
            </a:r>
            <a:endParaRPr lang="en-US" altLang="en-US" sz="2000" dirty="0"/>
          </a:p>
          <a:p>
            <a:pPr marL="285750" lvl="0" indent="-285750" eaLnBrk="0" fontAlgn="base" hangingPunct="0">
              <a:lnSpc>
                <a:spcPct val="100000"/>
              </a:lnSpc>
              <a:spcBef>
                <a:spcPct val="0"/>
              </a:spcBef>
              <a:spcAft>
                <a:spcPct val="0"/>
              </a:spcAft>
              <a:buClrTx/>
              <a:buSzTx/>
              <a:buFont typeface="Arial" panose="020B0604020202020204" pitchFamily="34" charset="0"/>
              <a:buChar char="•"/>
            </a:pPr>
            <a:r>
              <a:rPr lang="en-US" altLang="en-US" sz="2000" dirty="0"/>
              <a:t>Symptoms are encoded in binary format, where:</a:t>
            </a:r>
          </a:p>
          <a:p>
            <a:pPr marL="457200" lvl="1" indent="0" eaLnBrk="0" fontAlgn="base" hangingPunct="0">
              <a:lnSpc>
                <a:spcPct val="100000"/>
              </a:lnSpc>
              <a:spcBef>
                <a:spcPct val="0"/>
              </a:spcBef>
              <a:spcAft>
                <a:spcPct val="0"/>
              </a:spcAft>
              <a:buClrTx/>
              <a:buSzTx/>
              <a:buFontTx/>
              <a:buChar char="•"/>
            </a:pPr>
            <a:r>
              <a:rPr lang="en-US" altLang="en-US" sz="2000" dirty="0"/>
              <a:t>    </a:t>
            </a:r>
            <a:r>
              <a:rPr lang="en-US" altLang="en-US" sz="2000" b="1" dirty="0"/>
              <a:t>1</a:t>
            </a:r>
            <a:r>
              <a:rPr lang="en-US" altLang="en-US" sz="2000" dirty="0"/>
              <a:t> indicates the presence of a symptom</a:t>
            </a:r>
          </a:p>
          <a:p>
            <a:pPr marL="457200" lvl="1" indent="0" eaLnBrk="0" fontAlgn="base" hangingPunct="0">
              <a:lnSpc>
                <a:spcPct val="100000"/>
              </a:lnSpc>
              <a:spcBef>
                <a:spcPct val="0"/>
              </a:spcBef>
              <a:spcAft>
                <a:spcPct val="0"/>
              </a:spcAft>
              <a:buClrTx/>
              <a:buSzTx/>
              <a:buFontTx/>
              <a:buChar char="•"/>
            </a:pPr>
            <a:r>
              <a:rPr lang="en-US" altLang="en-US" sz="2000" dirty="0"/>
              <a:t>    </a:t>
            </a:r>
            <a:r>
              <a:rPr lang="en-US" altLang="en-US" sz="2000" b="1" dirty="0"/>
              <a:t>0</a:t>
            </a:r>
            <a:r>
              <a:rPr lang="en-US" altLang="en-US" sz="2000" dirty="0"/>
              <a:t> indicates the absence of a symptom</a:t>
            </a:r>
          </a:p>
          <a:p>
            <a:pPr marL="285750" lvl="0" indent="-285750" eaLnBrk="0" fontAlgn="base" hangingPunct="0">
              <a:lnSpc>
                <a:spcPct val="100000"/>
              </a:lnSpc>
              <a:spcBef>
                <a:spcPct val="0"/>
              </a:spcBef>
              <a:spcAft>
                <a:spcPct val="0"/>
              </a:spcAft>
              <a:buClrTx/>
              <a:buSzTx/>
              <a:buFont typeface="Arial" panose="020B0604020202020204" pitchFamily="34" charset="0"/>
              <a:buChar char="•"/>
            </a:pPr>
            <a:r>
              <a:rPr lang="en-US" sz="2000" dirty="0"/>
              <a:t>The dataset contains symptom-related features and a target column named “Prognosis”; it represents the corresponding disease label.</a:t>
            </a:r>
            <a:r>
              <a:rPr lang="en-US" altLang="en-US" sz="2000" dirty="0"/>
              <a:t> </a:t>
            </a:r>
          </a:p>
          <a:p>
            <a:pPr marL="285750" lvl="0" indent="-285750" eaLnBrk="0" fontAlgn="base" hangingPunct="0">
              <a:lnSpc>
                <a:spcPct val="100000"/>
              </a:lnSpc>
              <a:spcBef>
                <a:spcPct val="0"/>
              </a:spcBef>
              <a:spcAft>
                <a:spcPct val="0"/>
              </a:spcAft>
              <a:buClrTx/>
              <a:buSzTx/>
              <a:buFont typeface="Arial" panose="020B0604020202020204" pitchFamily="34" charset="0"/>
              <a:buChar char="•"/>
            </a:pPr>
            <a:r>
              <a:rPr lang="en-US" sz="2000" dirty="0"/>
              <a:t>The dataset has no missing values after preprocessing.</a:t>
            </a:r>
          </a:p>
          <a:p>
            <a:pPr marL="285750" lvl="0" indent="-285750" eaLnBrk="0" fontAlgn="base" hangingPunct="0">
              <a:lnSpc>
                <a:spcPct val="100000"/>
              </a:lnSpc>
              <a:spcBef>
                <a:spcPct val="0"/>
              </a:spcBef>
              <a:spcAft>
                <a:spcPct val="0"/>
              </a:spcAft>
              <a:buClrTx/>
              <a:buSzTx/>
              <a:buFont typeface="Arial" panose="020B0604020202020204" pitchFamily="34" charset="0"/>
              <a:buChar char="•"/>
            </a:pPr>
            <a:r>
              <a:rPr lang="en-US" sz="2000" dirty="0"/>
              <a:t>Label encoding is applied to convert disease names into numerical form for model training.</a:t>
            </a:r>
          </a:p>
          <a:p>
            <a:pPr marL="285750" lvl="0" indent="-285750" eaLnBrk="0" fontAlgn="base" hangingPunct="0">
              <a:lnSpc>
                <a:spcPct val="100000"/>
              </a:lnSpc>
              <a:spcBef>
                <a:spcPct val="0"/>
              </a:spcBef>
              <a:spcAft>
                <a:spcPct val="0"/>
              </a:spcAft>
              <a:buClrTx/>
              <a:buSzTx/>
              <a:buFont typeface="Arial" panose="020B0604020202020204" pitchFamily="34" charset="0"/>
              <a:buChar char="•"/>
            </a:pPr>
            <a:r>
              <a:rPr lang="en-US" sz="2000" dirty="0"/>
              <a:t>The dataset is suitable for supervised multi-class disease prediction.</a:t>
            </a:r>
            <a:endParaRPr lang="en-US" altLang="en-US" sz="2000" dirty="0"/>
          </a:p>
        </p:txBody>
      </p:sp>
      <p:sp>
        <p:nvSpPr>
          <p:cNvPr id="4" name="Rectangle 3">
            <a:extLst>
              <a:ext uri="{FF2B5EF4-FFF2-40B4-BE49-F238E27FC236}">
                <a16:creationId xmlns:a16="http://schemas.microsoft.com/office/drawing/2014/main" id="{0052DC2D-4DB3-EFD0-3D8F-5AE0DAEA3FCB}"/>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823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58C24-B512-A2E2-15AE-E35FDE0B51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955C99-30E1-2EB9-B4B4-A1A6C1D0AAE5}"/>
              </a:ext>
            </a:extLst>
          </p:cNvPr>
          <p:cNvSpPr>
            <a:spLocks noGrp="1"/>
          </p:cNvSpPr>
          <p:nvPr>
            <p:ph type="title"/>
          </p:nvPr>
        </p:nvSpPr>
        <p:spPr/>
        <p:txBody>
          <a:bodyPr/>
          <a:lstStyle/>
          <a:p>
            <a:r>
              <a:rPr lang="en-US" dirty="0"/>
              <a:t>Design</a:t>
            </a:r>
          </a:p>
        </p:txBody>
      </p:sp>
      <p:sp>
        <p:nvSpPr>
          <p:cNvPr id="3" name="Content Placeholder 2">
            <a:extLst>
              <a:ext uri="{FF2B5EF4-FFF2-40B4-BE49-F238E27FC236}">
                <a16:creationId xmlns:a16="http://schemas.microsoft.com/office/drawing/2014/main" id="{7C11E148-9003-39B0-820A-C57CE0DFC371}"/>
              </a:ext>
            </a:extLst>
          </p:cNvPr>
          <p:cNvSpPr>
            <a:spLocks noGrp="1"/>
          </p:cNvSpPr>
          <p:nvPr>
            <p:ph idx="1"/>
          </p:nvPr>
        </p:nvSpPr>
        <p:spPr/>
        <p:txBody>
          <a:bodyPr>
            <a:normAutofit/>
          </a:bodyPr>
          <a:lstStyle/>
          <a:p>
            <a:r>
              <a:rPr lang="en-IN" dirty="0"/>
              <a:t>UML Class Diagram</a:t>
            </a:r>
          </a:p>
          <a:p>
            <a:pPr marL="0" indent="0">
              <a:buNone/>
            </a:pPr>
            <a:endParaRPr lang="en-IN" dirty="0"/>
          </a:p>
        </p:txBody>
      </p:sp>
      <p:sp>
        <p:nvSpPr>
          <p:cNvPr id="4" name="Rectangle 3">
            <a:extLst>
              <a:ext uri="{FF2B5EF4-FFF2-40B4-BE49-F238E27FC236}">
                <a16:creationId xmlns:a16="http://schemas.microsoft.com/office/drawing/2014/main" id="{60F8B627-B092-458E-52C8-6730910F7CB1}"/>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2CA3A7D-E606-B34E-BC43-B45D76900E3F}"/>
              </a:ext>
            </a:extLst>
          </p:cNvPr>
          <p:cNvPicPr>
            <a:picLocks noChangeAspect="1"/>
          </p:cNvPicPr>
          <p:nvPr/>
        </p:nvPicPr>
        <p:blipFill>
          <a:blip r:embed="rId2"/>
          <a:stretch>
            <a:fillRect/>
          </a:stretch>
        </p:blipFill>
        <p:spPr>
          <a:xfrm>
            <a:off x="2261493" y="1765594"/>
            <a:ext cx="7324725" cy="3705225"/>
          </a:xfrm>
          <a:prstGeom prst="rect">
            <a:avLst/>
          </a:prstGeom>
        </p:spPr>
      </p:pic>
    </p:spTree>
    <p:extLst>
      <p:ext uri="{BB962C8B-B14F-4D97-AF65-F5344CB8AC3E}">
        <p14:creationId xmlns:p14="http://schemas.microsoft.com/office/powerpoint/2010/main" val="2162104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29186-F33D-15C0-C0A1-9D75600FFB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E1A67F-2AB8-06E6-4481-7DD33BA4140D}"/>
              </a:ext>
            </a:extLst>
          </p:cNvPr>
          <p:cNvSpPr>
            <a:spLocks noGrp="1"/>
          </p:cNvSpPr>
          <p:nvPr>
            <p:ph type="title"/>
          </p:nvPr>
        </p:nvSpPr>
        <p:spPr/>
        <p:txBody>
          <a:bodyPr/>
          <a:lstStyle/>
          <a:p>
            <a:r>
              <a:rPr lang="en-US" dirty="0"/>
              <a:t>Design</a:t>
            </a:r>
          </a:p>
        </p:txBody>
      </p:sp>
      <p:sp>
        <p:nvSpPr>
          <p:cNvPr id="3" name="Content Placeholder 2">
            <a:extLst>
              <a:ext uri="{FF2B5EF4-FFF2-40B4-BE49-F238E27FC236}">
                <a16:creationId xmlns:a16="http://schemas.microsoft.com/office/drawing/2014/main" id="{34C5EC6B-E7DD-85F7-6445-C29354A9B21C}"/>
              </a:ext>
            </a:extLst>
          </p:cNvPr>
          <p:cNvSpPr>
            <a:spLocks noGrp="1"/>
          </p:cNvSpPr>
          <p:nvPr>
            <p:ph idx="1"/>
          </p:nvPr>
        </p:nvSpPr>
        <p:spPr/>
        <p:txBody>
          <a:bodyPr>
            <a:normAutofit/>
          </a:bodyPr>
          <a:lstStyle/>
          <a:p>
            <a:r>
              <a:rPr lang="en-IN" dirty="0"/>
              <a:t>UML Sequence Diagram</a:t>
            </a:r>
          </a:p>
          <a:p>
            <a:pPr marL="0" indent="0">
              <a:buNone/>
            </a:pPr>
            <a:endParaRPr lang="en-IN" dirty="0"/>
          </a:p>
        </p:txBody>
      </p:sp>
      <p:sp>
        <p:nvSpPr>
          <p:cNvPr id="4" name="Rectangle 3">
            <a:extLst>
              <a:ext uri="{FF2B5EF4-FFF2-40B4-BE49-F238E27FC236}">
                <a16:creationId xmlns:a16="http://schemas.microsoft.com/office/drawing/2014/main" id="{3F0A9B84-8986-8D93-4811-52B1452A1FCD}"/>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A6DC35CE-653B-EDEB-7596-ABF87F1D596E}"/>
              </a:ext>
            </a:extLst>
          </p:cNvPr>
          <p:cNvPicPr>
            <a:picLocks noChangeAspect="1"/>
          </p:cNvPicPr>
          <p:nvPr/>
        </p:nvPicPr>
        <p:blipFill>
          <a:blip r:embed="rId2"/>
          <a:stretch>
            <a:fillRect/>
          </a:stretch>
        </p:blipFill>
        <p:spPr>
          <a:xfrm>
            <a:off x="802257" y="1630391"/>
            <a:ext cx="10386203" cy="5012101"/>
          </a:xfrm>
          <a:prstGeom prst="rect">
            <a:avLst/>
          </a:prstGeom>
        </p:spPr>
      </p:pic>
    </p:spTree>
    <p:extLst>
      <p:ext uri="{BB962C8B-B14F-4D97-AF65-F5344CB8AC3E}">
        <p14:creationId xmlns:p14="http://schemas.microsoft.com/office/powerpoint/2010/main" val="943917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B2EA3-9618-BD28-0948-79E36B472A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1AC705-C5ED-84A3-F786-44CA410FC826}"/>
              </a:ext>
            </a:extLst>
          </p:cNvPr>
          <p:cNvSpPr>
            <a:spLocks noGrp="1"/>
          </p:cNvSpPr>
          <p:nvPr>
            <p:ph type="title"/>
          </p:nvPr>
        </p:nvSpPr>
        <p:spPr/>
        <p:txBody>
          <a:bodyPr/>
          <a:lstStyle/>
          <a:p>
            <a:r>
              <a:rPr lang="en-US" dirty="0"/>
              <a:t>Process flow</a:t>
            </a:r>
          </a:p>
        </p:txBody>
      </p:sp>
      <p:pic>
        <p:nvPicPr>
          <p:cNvPr id="8" name="Content Placeholder 7">
            <a:extLst>
              <a:ext uri="{FF2B5EF4-FFF2-40B4-BE49-F238E27FC236}">
                <a16:creationId xmlns:a16="http://schemas.microsoft.com/office/drawing/2014/main" id="{8A8348EB-BAC9-4734-8766-402ED3276C57}"/>
              </a:ext>
            </a:extLst>
          </p:cNvPr>
          <p:cNvPicPr>
            <a:picLocks noGrp="1" noChangeAspect="1"/>
          </p:cNvPicPr>
          <p:nvPr>
            <p:ph idx="1"/>
          </p:nvPr>
        </p:nvPicPr>
        <p:blipFill>
          <a:blip r:embed="rId2"/>
          <a:stretch>
            <a:fillRect/>
          </a:stretch>
        </p:blipFill>
        <p:spPr>
          <a:xfrm>
            <a:off x="211904" y="1480021"/>
            <a:ext cx="11755491" cy="4480832"/>
          </a:xfrm>
          <a:prstGeom prst="rect">
            <a:avLst/>
          </a:prstGeom>
        </p:spPr>
      </p:pic>
      <p:sp>
        <p:nvSpPr>
          <p:cNvPr id="9" name="Rectangle 8">
            <a:extLst>
              <a:ext uri="{FF2B5EF4-FFF2-40B4-BE49-F238E27FC236}">
                <a16:creationId xmlns:a16="http://schemas.microsoft.com/office/drawing/2014/main" id="{A37F88D2-B4AE-AF32-7358-69AAF3A04827}"/>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5524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48AB0-E7C2-7E73-DEA7-2252AA9187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7ED21-5A0A-AEE6-CD99-E9ECF6DCE265}"/>
              </a:ext>
            </a:extLst>
          </p:cNvPr>
          <p:cNvSpPr>
            <a:spLocks noGrp="1"/>
          </p:cNvSpPr>
          <p:nvPr>
            <p:ph type="title"/>
          </p:nvPr>
        </p:nvSpPr>
        <p:spPr/>
        <p:txBody>
          <a:bodyPr/>
          <a:lstStyle/>
          <a:p>
            <a:r>
              <a:rPr lang="en-US" dirty="0"/>
              <a:t>Implementation</a:t>
            </a:r>
          </a:p>
        </p:txBody>
      </p:sp>
      <p:sp>
        <p:nvSpPr>
          <p:cNvPr id="3" name="Content Placeholder 2">
            <a:extLst>
              <a:ext uri="{FF2B5EF4-FFF2-40B4-BE49-F238E27FC236}">
                <a16:creationId xmlns:a16="http://schemas.microsoft.com/office/drawing/2014/main" id="{FC205E0C-AB39-3E8A-D5E7-7BBE9A994DF9}"/>
              </a:ext>
            </a:extLst>
          </p:cNvPr>
          <p:cNvSpPr>
            <a:spLocks noGrp="1"/>
          </p:cNvSpPr>
          <p:nvPr>
            <p:ph idx="1"/>
          </p:nvPr>
        </p:nvSpPr>
        <p:spPr/>
        <p:txBody>
          <a:bodyPr>
            <a:normAutofit/>
          </a:bodyPr>
          <a:lstStyle/>
          <a:p>
            <a:r>
              <a:rPr lang="en-US" altLang="en-US" sz="2400" dirty="0"/>
              <a:t>Data Loading</a:t>
            </a:r>
          </a:p>
          <a:p>
            <a:endParaRPr lang="en-US" altLang="en-US" sz="2400" dirty="0"/>
          </a:p>
          <a:p>
            <a:endParaRPr lang="en-US" altLang="en-US" sz="3200" dirty="0"/>
          </a:p>
          <a:p>
            <a:pPr marL="50800" indent="0">
              <a:buNone/>
            </a:pPr>
            <a:endParaRPr lang="en-US" altLang="en-US" sz="800" dirty="0"/>
          </a:p>
          <a:p>
            <a:pPr marL="457200" lvl="1" indent="0" algn="l" eaLnBrk="0" fontAlgn="base" hangingPunct="0">
              <a:lnSpc>
                <a:spcPct val="100000"/>
              </a:lnSpc>
              <a:spcBef>
                <a:spcPct val="0"/>
              </a:spcBef>
              <a:spcAft>
                <a:spcPct val="0"/>
              </a:spcAft>
              <a:buClrTx/>
              <a:buSzTx/>
              <a:buFontTx/>
              <a:buChar char="•"/>
            </a:pPr>
            <a:r>
              <a:rPr lang="en-US" altLang="en-US" sz="1800" dirty="0"/>
              <a:t>The dataset is loaded using the Pandas library for easy data manipulation.</a:t>
            </a:r>
          </a:p>
          <a:p>
            <a:pPr marL="457200" lvl="1" indent="0" algn="l" eaLnBrk="0" fontAlgn="base" hangingPunct="0">
              <a:lnSpc>
                <a:spcPct val="100000"/>
              </a:lnSpc>
              <a:spcBef>
                <a:spcPct val="0"/>
              </a:spcBef>
              <a:spcAft>
                <a:spcPct val="0"/>
              </a:spcAft>
              <a:buClrTx/>
              <a:buSzTx/>
              <a:buFontTx/>
              <a:buChar char="•"/>
            </a:pPr>
            <a:r>
              <a:rPr lang="en-US" altLang="en-US" sz="1800" dirty="0"/>
              <a:t>Separate files are used for training and testing the models.</a:t>
            </a:r>
          </a:p>
          <a:p>
            <a:pPr marL="457200" lvl="1" indent="0" algn="l" eaLnBrk="0" fontAlgn="base" hangingPunct="0">
              <a:lnSpc>
                <a:spcPct val="100000"/>
              </a:lnSpc>
              <a:spcBef>
                <a:spcPct val="0"/>
              </a:spcBef>
              <a:spcAft>
                <a:spcPct val="0"/>
              </a:spcAft>
              <a:buClrTx/>
              <a:buSzTx/>
              <a:buFontTx/>
              <a:buChar char="•"/>
            </a:pPr>
            <a:r>
              <a:rPr lang="en-US" altLang="en-US" sz="1800" dirty="0"/>
              <a:t>This step allows structured access to symptom features and disease labels.</a:t>
            </a:r>
          </a:p>
          <a:p>
            <a:pPr marL="457200" lvl="1" indent="0" algn="l" eaLnBrk="0" fontAlgn="base" hangingPunct="0">
              <a:lnSpc>
                <a:spcPct val="100000"/>
              </a:lnSpc>
              <a:spcBef>
                <a:spcPct val="0"/>
              </a:spcBef>
              <a:spcAft>
                <a:spcPct val="0"/>
              </a:spcAft>
              <a:buClrTx/>
              <a:buSzTx/>
              <a:buNone/>
            </a:pPr>
            <a:endParaRPr lang="en-US" altLang="en-US" sz="1400" dirty="0"/>
          </a:p>
          <a:p>
            <a:r>
              <a:rPr lang="en-US" altLang="en-US" sz="2400" dirty="0"/>
              <a:t>Label Encoding</a:t>
            </a:r>
          </a:p>
          <a:p>
            <a:endParaRPr lang="en-US" altLang="en-US" sz="2400" dirty="0"/>
          </a:p>
          <a:p>
            <a:endParaRPr lang="en-US" altLang="en-US" sz="2400" dirty="0"/>
          </a:p>
          <a:p>
            <a:endParaRPr lang="en-US" altLang="en-US" sz="1400" dirty="0"/>
          </a:p>
          <a:p>
            <a:pPr marL="457200" lvl="1" indent="0" algn="l" eaLnBrk="0" fontAlgn="base" hangingPunct="0">
              <a:lnSpc>
                <a:spcPct val="100000"/>
              </a:lnSpc>
              <a:spcBef>
                <a:spcPct val="0"/>
              </a:spcBef>
              <a:spcAft>
                <a:spcPct val="0"/>
              </a:spcAft>
              <a:buClrTx/>
              <a:buSzTx/>
              <a:buFontTx/>
              <a:buChar char="•"/>
            </a:pPr>
            <a:r>
              <a:rPr lang="en-US" altLang="en-US" sz="1800" dirty="0"/>
              <a:t>The disease labels in the prognosis column are categorical in nature.</a:t>
            </a:r>
          </a:p>
          <a:p>
            <a:pPr marL="457200" lvl="1" indent="0" algn="l" eaLnBrk="0" fontAlgn="base" hangingPunct="0">
              <a:lnSpc>
                <a:spcPct val="100000"/>
              </a:lnSpc>
              <a:spcBef>
                <a:spcPct val="0"/>
              </a:spcBef>
              <a:spcAft>
                <a:spcPct val="0"/>
              </a:spcAft>
              <a:buClrTx/>
              <a:buSzTx/>
              <a:buFontTx/>
              <a:buChar char="•"/>
            </a:pPr>
            <a:r>
              <a:rPr lang="en-US" altLang="en-US" sz="1800" dirty="0"/>
              <a:t>Label encoding converts disease names into numerical values.</a:t>
            </a:r>
          </a:p>
          <a:p>
            <a:pPr marL="457200" lvl="1" indent="0" algn="l" eaLnBrk="0" fontAlgn="base" hangingPunct="0">
              <a:lnSpc>
                <a:spcPct val="100000"/>
              </a:lnSpc>
              <a:spcBef>
                <a:spcPct val="0"/>
              </a:spcBef>
              <a:spcAft>
                <a:spcPct val="0"/>
              </a:spcAft>
              <a:buClrTx/>
              <a:buSzTx/>
              <a:buFontTx/>
              <a:buChar char="•"/>
            </a:pPr>
            <a:r>
              <a:rPr lang="en-US" altLang="en-US" sz="1800" dirty="0"/>
              <a:t>This conversion is required for machine learning and ANN models to process the data.</a:t>
            </a:r>
          </a:p>
          <a:p>
            <a:pPr lvl="1">
              <a:buFont typeface="Wingdings" panose="05000000000000000000" pitchFamily="2" charset="2"/>
              <a:buChar char="Ø"/>
            </a:pPr>
            <a:endParaRPr lang="en-US" altLang="en-US" sz="2000" dirty="0"/>
          </a:p>
          <a:p>
            <a:endParaRPr lang="en-US" altLang="en-US" sz="1400" dirty="0"/>
          </a:p>
          <a:p>
            <a:pPr marL="50800" indent="0">
              <a:buNone/>
            </a:pPr>
            <a:endParaRPr lang="en-IN" altLang="en-US" dirty="0"/>
          </a:p>
          <a:p>
            <a:pPr marL="0" indent="0">
              <a:buNone/>
            </a:pPr>
            <a:endParaRPr lang="en-IN" dirty="0"/>
          </a:p>
        </p:txBody>
      </p:sp>
      <p:pic>
        <p:nvPicPr>
          <p:cNvPr id="4" name="Picture 3">
            <a:extLst>
              <a:ext uri="{FF2B5EF4-FFF2-40B4-BE49-F238E27FC236}">
                <a16:creationId xmlns:a16="http://schemas.microsoft.com/office/drawing/2014/main" id="{ACE4CA7F-C8B7-D95E-0CB0-94CBF4E048DE}"/>
              </a:ext>
            </a:extLst>
          </p:cNvPr>
          <p:cNvPicPr>
            <a:picLocks noChangeAspect="1"/>
          </p:cNvPicPr>
          <p:nvPr/>
        </p:nvPicPr>
        <p:blipFill>
          <a:blip r:embed="rId2"/>
          <a:stretch>
            <a:fillRect/>
          </a:stretch>
        </p:blipFill>
        <p:spPr>
          <a:xfrm>
            <a:off x="1422124" y="1576035"/>
            <a:ext cx="3829584" cy="1038370"/>
          </a:xfrm>
          <a:prstGeom prst="rect">
            <a:avLst/>
          </a:prstGeom>
        </p:spPr>
      </p:pic>
      <p:pic>
        <p:nvPicPr>
          <p:cNvPr id="5" name="Picture 4">
            <a:extLst>
              <a:ext uri="{FF2B5EF4-FFF2-40B4-BE49-F238E27FC236}">
                <a16:creationId xmlns:a16="http://schemas.microsoft.com/office/drawing/2014/main" id="{A8B8AB80-ED32-60C5-4E22-1FD0C410D8A4}"/>
              </a:ext>
            </a:extLst>
          </p:cNvPr>
          <p:cNvPicPr>
            <a:picLocks noChangeAspect="1"/>
          </p:cNvPicPr>
          <p:nvPr/>
        </p:nvPicPr>
        <p:blipFill>
          <a:blip r:embed="rId3"/>
          <a:stretch>
            <a:fillRect/>
          </a:stretch>
        </p:blipFill>
        <p:spPr>
          <a:xfrm>
            <a:off x="1377485" y="4272174"/>
            <a:ext cx="6001588" cy="1009791"/>
          </a:xfrm>
          <a:prstGeom prst="rect">
            <a:avLst/>
          </a:prstGeom>
        </p:spPr>
      </p:pic>
      <p:sp>
        <p:nvSpPr>
          <p:cNvPr id="6" name="Rectangle 5">
            <a:extLst>
              <a:ext uri="{FF2B5EF4-FFF2-40B4-BE49-F238E27FC236}">
                <a16:creationId xmlns:a16="http://schemas.microsoft.com/office/drawing/2014/main" id="{200930F4-3ED4-DFA5-A3DE-73383B2B7588}"/>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0435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4C569-FF5C-05AA-3FCA-BD25139A35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8ECA2B-6498-2C1B-4202-BA0C0B26DA3F}"/>
              </a:ext>
            </a:extLst>
          </p:cNvPr>
          <p:cNvSpPr>
            <a:spLocks noGrp="1"/>
          </p:cNvSpPr>
          <p:nvPr>
            <p:ph type="title"/>
          </p:nvPr>
        </p:nvSpPr>
        <p:spPr/>
        <p:txBody>
          <a:bodyPr/>
          <a:lstStyle/>
          <a:p>
            <a:r>
              <a:rPr lang="en-US" dirty="0"/>
              <a:t>Implementation</a:t>
            </a:r>
          </a:p>
        </p:txBody>
      </p:sp>
      <p:sp>
        <p:nvSpPr>
          <p:cNvPr id="3" name="Content Placeholder 2">
            <a:extLst>
              <a:ext uri="{FF2B5EF4-FFF2-40B4-BE49-F238E27FC236}">
                <a16:creationId xmlns:a16="http://schemas.microsoft.com/office/drawing/2014/main" id="{0A287479-D195-5EF4-98D3-CCDC5653B4BA}"/>
              </a:ext>
            </a:extLst>
          </p:cNvPr>
          <p:cNvSpPr>
            <a:spLocks noGrp="1"/>
          </p:cNvSpPr>
          <p:nvPr>
            <p:ph idx="1"/>
          </p:nvPr>
        </p:nvSpPr>
        <p:spPr/>
        <p:txBody>
          <a:bodyPr>
            <a:normAutofit fontScale="92500" lnSpcReduction="10000"/>
          </a:bodyPr>
          <a:lstStyle/>
          <a:p>
            <a:r>
              <a:rPr lang="en-US" altLang="en-US" sz="2400" dirty="0"/>
              <a:t>Train-Test Split</a:t>
            </a:r>
          </a:p>
          <a:p>
            <a:endParaRPr lang="en-US" altLang="en-US" sz="3200" dirty="0"/>
          </a:p>
          <a:p>
            <a:endParaRPr lang="en-US" altLang="en-US" sz="3200" dirty="0"/>
          </a:p>
          <a:p>
            <a:pPr marL="50800" indent="0">
              <a:buNone/>
            </a:pPr>
            <a:endParaRPr lang="en-US" altLang="en-US" sz="800" dirty="0"/>
          </a:p>
          <a:p>
            <a:pPr marL="50800" indent="0">
              <a:buNone/>
            </a:pPr>
            <a:endParaRPr lang="en-US" altLang="en-US" sz="800" dirty="0"/>
          </a:p>
          <a:p>
            <a:pPr marL="457200" lvl="1" indent="0" algn="l" eaLnBrk="0" fontAlgn="base" hangingPunct="0">
              <a:lnSpc>
                <a:spcPct val="100000"/>
              </a:lnSpc>
              <a:spcBef>
                <a:spcPct val="0"/>
              </a:spcBef>
              <a:spcAft>
                <a:spcPct val="0"/>
              </a:spcAft>
              <a:buClrTx/>
              <a:buSzTx/>
              <a:buFontTx/>
              <a:buChar char="•"/>
            </a:pPr>
            <a:r>
              <a:rPr lang="en-US" altLang="en-US" sz="1900" dirty="0"/>
              <a:t>Symptom columns are separated as input features, and encoded disease labels are used as targets.</a:t>
            </a:r>
          </a:p>
          <a:p>
            <a:pPr marL="457200" lvl="1" indent="0" algn="l" eaLnBrk="0" fontAlgn="base" hangingPunct="0">
              <a:lnSpc>
                <a:spcPct val="100000"/>
              </a:lnSpc>
              <a:spcBef>
                <a:spcPct val="0"/>
              </a:spcBef>
              <a:spcAft>
                <a:spcPct val="0"/>
              </a:spcAft>
              <a:buClrTx/>
              <a:buSzTx/>
              <a:buFontTx/>
              <a:buChar char="•"/>
            </a:pPr>
            <a:r>
              <a:rPr lang="en-US" altLang="en-US" sz="1900" dirty="0"/>
              <a:t>The dataset is split into training and testing sets.</a:t>
            </a:r>
          </a:p>
          <a:p>
            <a:pPr marL="457200" lvl="1" indent="0" algn="l" eaLnBrk="0" fontAlgn="base" hangingPunct="0">
              <a:lnSpc>
                <a:spcPct val="100000"/>
              </a:lnSpc>
              <a:spcBef>
                <a:spcPct val="0"/>
              </a:spcBef>
              <a:spcAft>
                <a:spcPct val="0"/>
              </a:spcAft>
              <a:buClrTx/>
              <a:buSzTx/>
              <a:buFontTx/>
              <a:buChar char="•"/>
            </a:pPr>
            <a:r>
              <a:rPr lang="en-US" altLang="en-US" sz="1900" dirty="0"/>
              <a:t>This helps in evaluating the model’s performance on unseen data.</a:t>
            </a:r>
          </a:p>
          <a:p>
            <a:r>
              <a:rPr lang="en-US" altLang="en-US" sz="2400" dirty="0"/>
              <a:t>Machine Learning Model Training</a:t>
            </a:r>
          </a:p>
          <a:p>
            <a:endParaRPr lang="en-US" altLang="en-US" sz="2400" dirty="0"/>
          </a:p>
          <a:p>
            <a:endParaRPr lang="en-US" altLang="en-US" sz="2400" dirty="0"/>
          </a:p>
          <a:p>
            <a:endParaRPr lang="en-US" altLang="en-US" sz="1400" dirty="0"/>
          </a:p>
          <a:p>
            <a:endParaRPr lang="en-US" altLang="en-US" sz="1400" dirty="0"/>
          </a:p>
          <a:p>
            <a:pPr marL="0" lvl="0" indent="0" algn="l" eaLnBrk="0" fontAlgn="base" hangingPunct="0">
              <a:lnSpc>
                <a:spcPct val="100000"/>
              </a:lnSpc>
              <a:spcBef>
                <a:spcPct val="0"/>
              </a:spcBef>
              <a:spcAft>
                <a:spcPct val="0"/>
              </a:spcAft>
              <a:buClrTx/>
              <a:buSzTx/>
              <a:buNone/>
            </a:pPr>
            <a:endParaRPr lang="en-US" altLang="en-US" sz="1600" dirty="0"/>
          </a:p>
          <a:p>
            <a:pPr marL="457200" lvl="1" indent="0" algn="l" eaLnBrk="0" fontAlgn="base" hangingPunct="0">
              <a:lnSpc>
                <a:spcPct val="100000"/>
              </a:lnSpc>
              <a:spcBef>
                <a:spcPct val="0"/>
              </a:spcBef>
              <a:spcAft>
                <a:spcPct val="0"/>
              </a:spcAft>
              <a:buClrTx/>
              <a:buSzTx/>
              <a:buFontTx/>
              <a:buChar char="•"/>
            </a:pPr>
            <a:r>
              <a:rPr lang="en-US" altLang="en-US" sz="1900" dirty="0"/>
              <a:t>The Random Forest algorithm is used to train the model on symptom data.</a:t>
            </a:r>
          </a:p>
          <a:p>
            <a:pPr marL="457200" lvl="1" indent="0" algn="l" eaLnBrk="0" fontAlgn="base" hangingPunct="0">
              <a:lnSpc>
                <a:spcPct val="100000"/>
              </a:lnSpc>
              <a:spcBef>
                <a:spcPct val="0"/>
              </a:spcBef>
              <a:spcAft>
                <a:spcPct val="0"/>
              </a:spcAft>
              <a:buClrTx/>
              <a:buSzTx/>
              <a:buFontTx/>
              <a:buChar char="•"/>
            </a:pPr>
            <a:r>
              <a:rPr lang="en-US" altLang="en-US" sz="1900" dirty="0"/>
              <a:t>It builds multiple decision trees to improve prediction accuracy.</a:t>
            </a:r>
          </a:p>
          <a:p>
            <a:pPr marL="457200" lvl="1" indent="0" algn="l" eaLnBrk="0" fontAlgn="base" hangingPunct="0">
              <a:lnSpc>
                <a:spcPct val="100000"/>
              </a:lnSpc>
              <a:spcBef>
                <a:spcPct val="0"/>
              </a:spcBef>
              <a:spcAft>
                <a:spcPct val="0"/>
              </a:spcAft>
              <a:buClrTx/>
              <a:buSzTx/>
              <a:buFontTx/>
              <a:buChar char="•"/>
            </a:pPr>
            <a:r>
              <a:rPr lang="en-US" altLang="en-US" sz="1900" dirty="0"/>
              <a:t>This model helps in learning complex symptom–disease relationships.</a:t>
            </a:r>
          </a:p>
          <a:p>
            <a:pPr lvl="1">
              <a:buFont typeface="Wingdings" panose="05000000000000000000" pitchFamily="2" charset="2"/>
              <a:buChar char="Ø"/>
            </a:pPr>
            <a:endParaRPr lang="en-US" altLang="en-US" sz="1900" dirty="0"/>
          </a:p>
          <a:p>
            <a:endParaRPr lang="en-US" altLang="en-US" sz="1400" dirty="0"/>
          </a:p>
          <a:p>
            <a:pPr marL="50800" indent="0">
              <a:buNone/>
            </a:pPr>
            <a:endParaRPr lang="en-IN" altLang="en-US" dirty="0"/>
          </a:p>
        </p:txBody>
      </p:sp>
      <p:pic>
        <p:nvPicPr>
          <p:cNvPr id="6" name="Picture 5">
            <a:extLst>
              <a:ext uri="{FF2B5EF4-FFF2-40B4-BE49-F238E27FC236}">
                <a16:creationId xmlns:a16="http://schemas.microsoft.com/office/drawing/2014/main" id="{08682264-C461-1553-2BAE-E0AFD0E2BE60}"/>
              </a:ext>
            </a:extLst>
          </p:cNvPr>
          <p:cNvPicPr>
            <a:picLocks noChangeAspect="1"/>
          </p:cNvPicPr>
          <p:nvPr/>
        </p:nvPicPr>
        <p:blipFill>
          <a:blip r:embed="rId2"/>
          <a:stretch>
            <a:fillRect/>
          </a:stretch>
        </p:blipFill>
        <p:spPr>
          <a:xfrm>
            <a:off x="1377485" y="1511305"/>
            <a:ext cx="7068536" cy="1173422"/>
          </a:xfrm>
          <a:prstGeom prst="rect">
            <a:avLst/>
          </a:prstGeom>
        </p:spPr>
      </p:pic>
      <p:pic>
        <p:nvPicPr>
          <p:cNvPr id="7" name="Picture 6">
            <a:extLst>
              <a:ext uri="{FF2B5EF4-FFF2-40B4-BE49-F238E27FC236}">
                <a16:creationId xmlns:a16="http://schemas.microsoft.com/office/drawing/2014/main" id="{A04F9A10-5A50-74C6-A5DC-4BDD4A17EF2E}"/>
              </a:ext>
            </a:extLst>
          </p:cNvPr>
          <p:cNvPicPr>
            <a:picLocks noChangeAspect="1"/>
          </p:cNvPicPr>
          <p:nvPr/>
        </p:nvPicPr>
        <p:blipFill>
          <a:blip r:embed="rId3"/>
          <a:stretch>
            <a:fillRect/>
          </a:stretch>
        </p:blipFill>
        <p:spPr>
          <a:xfrm>
            <a:off x="1377485" y="4173274"/>
            <a:ext cx="5029902" cy="1173422"/>
          </a:xfrm>
          <a:prstGeom prst="rect">
            <a:avLst/>
          </a:prstGeom>
        </p:spPr>
      </p:pic>
      <p:sp>
        <p:nvSpPr>
          <p:cNvPr id="8" name="Rectangle 7">
            <a:extLst>
              <a:ext uri="{FF2B5EF4-FFF2-40B4-BE49-F238E27FC236}">
                <a16:creationId xmlns:a16="http://schemas.microsoft.com/office/drawing/2014/main" id="{7D275109-136C-856D-CF7B-0F15382CF27C}"/>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9453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FEE93-9167-1737-7B99-7F0BCCF41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F41DE-86D4-A036-443D-77CBE6F208E6}"/>
              </a:ext>
            </a:extLst>
          </p:cNvPr>
          <p:cNvSpPr>
            <a:spLocks noGrp="1"/>
          </p:cNvSpPr>
          <p:nvPr>
            <p:ph type="title"/>
          </p:nvPr>
        </p:nvSpPr>
        <p:spPr/>
        <p:txBody>
          <a:bodyPr/>
          <a:lstStyle/>
          <a:p>
            <a:r>
              <a:rPr lang="en-US" dirty="0"/>
              <a:t>Outputs</a:t>
            </a:r>
          </a:p>
        </p:txBody>
      </p:sp>
      <p:sp>
        <p:nvSpPr>
          <p:cNvPr id="4" name="Rectangle 3">
            <a:extLst>
              <a:ext uri="{FF2B5EF4-FFF2-40B4-BE49-F238E27FC236}">
                <a16:creationId xmlns:a16="http://schemas.microsoft.com/office/drawing/2014/main" id="{14D155CA-4074-735B-D75D-858850B60770}"/>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CB961658-63D0-4E6C-886D-959A867C9C98}"/>
              </a:ext>
            </a:extLst>
          </p:cNvPr>
          <p:cNvPicPr>
            <a:picLocks noGrp="1" noChangeAspect="1"/>
          </p:cNvPicPr>
          <p:nvPr>
            <p:ph idx="1"/>
          </p:nvPr>
        </p:nvPicPr>
        <p:blipFill>
          <a:blip r:embed="rId2"/>
          <a:stretch>
            <a:fillRect/>
          </a:stretch>
        </p:blipFill>
        <p:spPr>
          <a:xfrm>
            <a:off x="569343" y="1275205"/>
            <a:ext cx="10800272" cy="5039428"/>
          </a:xfrm>
          <a:prstGeom prst="rect">
            <a:avLst/>
          </a:prstGeom>
        </p:spPr>
      </p:pic>
    </p:spTree>
    <p:extLst>
      <p:ext uri="{BB962C8B-B14F-4D97-AF65-F5344CB8AC3E}">
        <p14:creationId xmlns:p14="http://schemas.microsoft.com/office/powerpoint/2010/main" val="71986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312F7-80AB-505A-CFBC-2CC2875E38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372B79-C69F-4ED0-2A5E-CE01E5B3C381}"/>
              </a:ext>
            </a:extLst>
          </p:cNvPr>
          <p:cNvSpPr>
            <a:spLocks noGrp="1"/>
          </p:cNvSpPr>
          <p:nvPr>
            <p:ph type="title"/>
          </p:nvPr>
        </p:nvSpPr>
        <p:spPr/>
        <p:txBody>
          <a:bodyPr/>
          <a:lstStyle/>
          <a:p>
            <a:r>
              <a:rPr lang="en-US" dirty="0"/>
              <a:t>Outputs</a:t>
            </a:r>
          </a:p>
        </p:txBody>
      </p:sp>
      <p:sp>
        <p:nvSpPr>
          <p:cNvPr id="4" name="Rectangle 3">
            <a:extLst>
              <a:ext uri="{FF2B5EF4-FFF2-40B4-BE49-F238E27FC236}">
                <a16:creationId xmlns:a16="http://schemas.microsoft.com/office/drawing/2014/main" id="{08A88DE4-03C4-79F6-78FF-73813C5612AA}"/>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4A331568-C0BA-87FC-4743-1FDFACBA9C50}"/>
              </a:ext>
            </a:extLst>
          </p:cNvPr>
          <p:cNvPicPr>
            <a:picLocks noGrp="1" noChangeAspect="1"/>
          </p:cNvPicPr>
          <p:nvPr>
            <p:ph idx="1"/>
          </p:nvPr>
        </p:nvPicPr>
        <p:blipFill>
          <a:blip r:embed="rId2"/>
          <a:stretch>
            <a:fillRect/>
          </a:stretch>
        </p:blipFill>
        <p:spPr>
          <a:xfrm>
            <a:off x="414068" y="1268082"/>
            <a:ext cx="10817524" cy="5055079"/>
          </a:xfrm>
          <a:prstGeom prst="rect">
            <a:avLst/>
          </a:prstGeom>
        </p:spPr>
      </p:pic>
    </p:spTree>
    <p:extLst>
      <p:ext uri="{BB962C8B-B14F-4D97-AF65-F5344CB8AC3E}">
        <p14:creationId xmlns:p14="http://schemas.microsoft.com/office/powerpoint/2010/main" val="41836903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7D362-7798-495C-741E-02261F1A50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D6A0B4-A6C1-7274-8018-4FB322825232}"/>
              </a:ext>
            </a:extLst>
          </p:cNvPr>
          <p:cNvSpPr>
            <a:spLocks noGrp="1"/>
          </p:cNvSpPr>
          <p:nvPr>
            <p:ph type="title"/>
          </p:nvPr>
        </p:nvSpPr>
        <p:spPr/>
        <p:txBody>
          <a:bodyPr/>
          <a:lstStyle/>
          <a:p>
            <a:r>
              <a:rPr lang="en-US" dirty="0"/>
              <a:t>Outputs</a:t>
            </a:r>
          </a:p>
        </p:txBody>
      </p:sp>
      <p:sp>
        <p:nvSpPr>
          <p:cNvPr id="4" name="Rectangle 3">
            <a:extLst>
              <a:ext uri="{FF2B5EF4-FFF2-40B4-BE49-F238E27FC236}">
                <a16:creationId xmlns:a16="http://schemas.microsoft.com/office/drawing/2014/main" id="{A958E43D-3312-BA30-C61B-02407F540CDD}"/>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2F7769E0-7105-6213-1C78-A0909A615A18}"/>
              </a:ext>
            </a:extLst>
          </p:cNvPr>
          <p:cNvPicPr>
            <a:picLocks noChangeAspect="1"/>
          </p:cNvPicPr>
          <p:nvPr/>
        </p:nvPicPr>
        <p:blipFill>
          <a:blip r:embed="rId2"/>
          <a:stretch>
            <a:fillRect/>
          </a:stretch>
        </p:blipFill>
        <p:spPr>
          <a:xfrm>
            <a:off x="448574" y="1311214"/>
            <a:ext cx="10929668" cy="4891177"/>
          </a:xfrm>
          <a:prstGeom prst="rect">
            <a:avLst/>
          </a:prstGeom>
        </p:spPr>
      </p:pic>
    </p:spTree>
    <p:extLst>
      <p:ext uri="{BB962C8B-B14F-4D97-AF65-F5344CB8AC3E}">
        <p14:creationId xmlns:p14="http://schemas.microsoft.com/office/powerpoint/2010/main" val="16876481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61290-10BC-F84B-8794-73FC0A0D59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E864AC-1FA4-78C5-BDCD-5F2EB8B42B45}"/>
              </a:ext>
            </a:extLst>
          </p:cNvPr>
          <p:cNvSpPr>
            <a:spLocks noGrp="1"/>
          </p:cNvSpPr>
          <p:nvPr>
            <p:ph type="title"/>
          </p:nvPr>
        </p:nvSpPr>
        <p:spPr/>
        <p:txBody>
          <a:bodyPr/>
          <a:lstStyle/>
          <a:p>
            <a:r>
              <a:rPr lang="en-US" dirty="0"/>
              <a:t>Outputs</a:t>
            </a:r>
          </a:p>
        </p:txBody>
      </p:sp>
      <p:sp>
        <p:nvSpPr>
          <p:cNvPr id="4" name="Rectangle 3">
            <a:extLst>
              <a:ext uri="{FF2B5EF4-FFF2-40B4-BE49-F238E27FC236}">
                <a16:creationId xmlns:a16="http://schemas.microsoft.com/office/drawing/2014/main" id="{ABA5DEDB-3F86-29B7-2DF0-B35F774E739F}"/>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B5DE18E1-B12E-46DB-967E-817E78D8FF88}"/>
              </a:ext>
            </a:extLst>
          </p:cNvPr>
          <p:cNvPicPr>
            <a:picLocks noGrp="1" noChangeAspect="1"/>
          </p:cNvPicPr>
          <p:nvPr>
            <p:ph idx="1"/>
          </p:nvPr>
        </p:nvPicPr>
        <p:blipFill>
          <a:blip r:embed="rId2"/>
          <a:stretch>
            <a:fillRect/>
          </a:stretch>
        </p:blipFill>
        <p:spPr>
          <a:xfrm>
            <a:off x="465826" y="1311215"/>
            <a:ext cx="10946921" cy="4925683"/>
          </a:xfrm>
          <a:prstGeom prst="rect">
            <a:avLst/>
          </a:prstGeom>
        </p:spPr>
      </p:pic>
    </p:spTree>
    <p:extLst>
      <p:ext uri="{BB962C8B-B14F-4D97-AF65-F5344CB8AC3E}">
        <p14:creationId xmlns:p14="http://schemas.microsoft.com/office/powerpoint/2010/main" val="19062225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990DB-7AF4-4997-19BB-1654F68136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3B5CBC-F779-7CCC-8691-63CAEF85C410}"/>
              </a:ext>
            </a:extLst>
          </p:cNvPr>
          <p:cNvSpPr>
            <a:spLocks noGrp="1"/>
          </p:cNvSpPr>
          <p:nvPr>
            <p:ph type="title"/>
          </p:nvPr>
        </p:nvSpPr>
        <p:spPr/>
        <p:txBody>
          <a:bodyPr/>
          <a:lstStyle/>
          <a:p>
            <a:r>
              <a:rPr lang="en-US" dirty="0"/>
              <a:t>Outputs</a:t>
            </a:r>
          </a:p>
        </p:txBody>
      </p:sp>
      <p:sp>
        <p:nvSpPr>
          <p:cNvPr id="4" name="Rectangle 3">
            <a:extLst>
              <a:ext uri="{FF2B5EF4-FFF2-40B4-BE49-F238E27FC236}">
                <a16:creationId xmlns:a16="http://schemas.microsoft.com/office/drawing/2014/main" id="{03B22763-E4C5-D2D6-2D30-5B1F137C5A0A}"/>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D522DD1C-04DF-B837-BC1C-EAE48CC27A85}"/>
              </a:ext>
            </a:extLst>
          </p:cNvPr>
          <p:cNvPicPr>
            <a:picLocks noChangeAspect="1"/>
          </p:cNvPicPr>
          <p:nvPr/>
        </p:nvPicPr>
        <p:blipFill>
          <a:blip r:embed="rId2"/>
          <a:stretch>
            <a:fillRect/>
          </a:stretch>
        </p:blipFill>
        <p:spPr>
          <a:xfrm>
            <a:off x="353683" y="1097279"/>
            <a:ext cx="11024560" cy="5394960"/>
          </a:xfrm>
          <a:prstGeom prst="rect">
            <a:avLst/>
          </a:prstGeom>
        </p:spPr>
      </p:pic>
    </p:spTree>
    <p:extLst>
      <p:ext uri="{BB962C8B-B14F-4D97-AF65-F5344CB8AC3E}">
        <p14:creationId xmlns:p14="http://schemas.microsoft.com/office/powerpoint/2010/main" val="7959650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1E51B-FE5E-E78C-93CA-731F254E06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031D47-1BB8-9C57-FF67-F4C4AE900B15}"/>
              </a:ext>
            </a:extLst>
          </p:cNvPr>
          <p:cNvSpPr>
            <a:spLocks noGrp="1"/>
          </p:cNvSpPr>
          <p:nvPr>
            <p:ph type="title"/>
          </p:nvPr>
        </p:nvSpPr>
        <p:spPr/>
        <p:txBody>
          <a:bodyPr/>
          <a:lstStyle/>
          <a:p>
            <a:r>
              <a:rPr lang="en-US" dirty="0"/>
              <a:t>Research Paper</a:t>
            </a:r>
            <a:endParaRPr lang="en-IN" dirty="0"/>
          </a:p>
        </p:txBody>
      </p:sp>
      <p:sp>
        <p:nvSpPr>
          <p:cNvPr id="7" name="Content Placeholder 6">
            <a:extLst>
              <a:ext uri="{FF2B5EF4-FFF2-40B4-BE49-F238E27FC236}">
                <a16:creationId xmlns:a16="http://schemas.microsoft.com/office/drawing/2014/main" id="{EE8B105C-9585-832A-5F81-ABB33218CDFD}"/>
              </a:ext>
            </a:extLst>
          </p:cNvPr>
          <p:cNvSpPr>
            <a:spLocks noGrp="1"/>
          </p:cNvSpPr>
          <p:nvPr>
            <p:ph idx="1"/>
          </p:nvPr>
        </p:nvSpPr>
        <p:spPr/>
        <p:txBody>
          <a:bodyPr>
            <a:normAutofit/>
          </a:bodyPr>
          <a:lstStyle/>
          <a:p>
            <a:r>
              <a:rPr lang="en-GB" sz="2400" dirty="0"/>
              <a:t>Research Paper</a:t>
            </a:r>
            <a:r>
              <a:rPr lang="en-GB" sz="1900" dirty="0"/>
              <a:t>: </a:t>
            </a:r>
            <a:r>
              <a:rPr lang="en-GB" sz="1900" dirty="0">
                <a:hlinkClick r:id="rId2"/>
              </a:rPr>
              <a:t>https://drive.google.com/file/d/1R6HS-PUNLMRJ25nf1JzcZUhKdcm9Obzk/view?usp=sharing</a:t>
            </a:r>
            <a:endParaRPr lang="en-IN" sz="1900" dirty="0"/>
          </a:p>
        </p:txBody>
      </p:sp>
      <p:pic>
        <p:nvPicPr>
          <p:cNvPr id="9" name="Picture 8">
            <a:extLst>
              <a:ext uri="{FF2B5EF4-FFF2-40B4-BE49-F238E27FC236}">
                <a16:creationId xmlns:a16="http://schemas.microsoft.com/office/drawing/2014/main" id="{B0DB8840-C055-81BD-EF43-0596E0C4DE96}"/>
              </a:ext>
            </a:extLst>
          </p:cNvPr>
          <p:cNvPicPr>
            <a:picLocks noChangeAspect="1"/>
          </p:cNvPicPr>
          <p:nvPr/>
        </p:nvPicPr>
        <p:blipFill>
          <a:blip r:embed="rId3"/>
          <a:stretch>
            <a:fillRect/>
          </a:stretch>
        </p:blipFill>
        <p:spPr>
          <a:xfrm>
            <a:off x="1880558" y="1526875"/>
            <a:ext cx="8229601" cy="5098366"/>
          </a:xfrm>
          <a:prstGeom prst="rect">
            <a:avLst/>
          </a:prstGeom>
        </p:spPr>
      </p:pic>
      <p:sp>
        <p:nvSpPr>
          <p:cNvPr id="10" name="Rectangle 9">
            <a:extLst>
              <a:ext uri="{FF2B5EF4-FFF2-40B4-BE49-F238E27FC236}">
                <a16:creationId xmlns:a16="http://schemas.microsoft.com/office/drawing/2014/main" id="{71EB186A-F0FB-0A9B-87EB-41F0E71B1690}"/>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30574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EF78C-35E1-72D7-9ACE-F5B46BAA4F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D7D67-8048-84CD-6407-DB22E50DEE59}"/>
              </a:ext>
            </a:extLst>
          </p:cNvPr>
          <p:cNvSpPr>
            <a:spLocks noGrp="1"/>
          </p:cNvSpPr>
          <p:nvPr>
            <p:ph type="title"/>
          </p:nvPr>
        </p:nvSpPr>
        <p:spPr/>
        <p:txBody>
          <a:bodyPr/>
          <a:lstStyle/>
          <a:p>
            <a:r>
              <a:rPr lang="en-US" dirty="0"/>
              <a:t>Conclusion</a:t>
            </a:r>
            <a:endParaRPr lang="en-IN" dirty="0"/>
          </a:p>
        </p:txBody>
      </p:sp>
      <p:sp>
        <p:nvSpPr>
          <p:cNvPr id="7" name="Content Placeholder 6">
            <a:extLst>
              <a:ext uri="{FF2B5EF4-FFF2-40B4-BE49-F238E27FC236}">
                <a16:creationId xmlns:a16="http://schemas.microsoft.com/office/drawing/2014/main" id="{5B0E4053-92D5-E762-262F-ACCCDA522B49}"/>
              </a:ext>
            </a:extLst>
          </p:cNvPr>
          <p:cNvSpPr>
            <a:spLocks noGrp="1"/>
          </p:cNvSpPr>
          <p:nvPr>
            <p:ph idx="1"/>
          </p:nvPr>
        </p:nvSpPr>
        <p:spPr/>
        <p:txBody>
          <a:bodyPr>
            <a:normAutofit/>
          </a:bodyPr>
          <a:lstStyle/>
          <a:p>
            <a:r>
              <a:rPr lang="en-US" sz="2400" dirty="0"/>
              <a:t>The project developed an ML-based system for predicting multiple diseases using symptom data.</a:t>
            </a:r>
          </a:p>
          <a:p>
            <a:r>
              <a:rPr lang="en-US" sz="2400" dirty="0"/>
              <a:t>Various machine learning algorithms were implemented to achieve accurate and efficient disease prediction.</a:t>
            </a:r>
          </a:p>
          <a:p>
            <a:r>
              <a:rPr lang="en-US" sz="2400" dirty="0"/>
              <a:t>The system enables fast and automated diagnosis, reducing dependency on manual analysis.</a:t>
            </a:r>
          </a:p>
          <a:p>
            <a:r>
              <a:rPr lang="en-US" sz="2400" dirty="0"/>
              <a:t>It provides a cost-effective solution for early detection and supports better medical decision-making.</a:t>
            </a:r>
          </a:p>
          <a:p>
            <a:r>
              <a:rPr lang="en-US" sz="2400" dirty="0"/>
              <a:t>The project demonstrates the effectiveness of ML in improving healthcare prediction systems.</a:t>
            </a:r>
          </a:p>
          <a:p>
            <a:endParaRPr lang="en-IN" sz="2400" dirty="0"/>
          </a:p>
        </p:txBody>
      </p:sp>
      <p:sp>
        <p:nvSpPr>
          <p:cNvPr id="3" name="Rectangle 2">
            <a:extLst>
              <a:ext uri="{FF2B5EF4-FFF2-40B4-BE49-F238E27FC236}">
                <a16:creationId xmlns:a16="http://schemas.microsoft.com/office/drawing/2014/main" id="{421509A4-7845-9282-F2BC-9B5469CA88F8}"/>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59665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1976B-7896-4AE2-1858-B97044D616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A4D25D-33BB-20C4-77B6-D6252BB6D836}"/>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27CBFFE2-C9AC-5E58-A143-AB01AA40A424}"/>
              </a:ext>
            </a:extLst>
          </p:cNvPr>
          <p:cNvSpPr>
            <a:spLocks noGrp="1"/>
          </p:cNvSpPr>
          <p:nvPr>
            <p:ph idx="1"/>
          </p:nvPr>
        </p:nvSpPr>
        <p:spPr/>
        <p:txBody>
          <a:bodyPr>
            <a:noAutofit/>
          </a:bodyPr>
          <a:lstStyle/>
          <a:p>
            <a:r>
              <a:rPr lang="en-IN" sz="2300" dirty="0"/>
              <a:t>[1] H. Liang, B. Y. Tsui, H. Ni, et al., “Evaluation and Accurate Diagnoses of Paediatric Diseases Using Artificial Intelligence,” </a:t>
            </a:r>
            <a:r>
              <a:rPr lang="en-IN" sz="2300" i="1" dirty="0"/>
              <a:t>Journal of Medical Systems</a:t>
            </a:r>
            <a:r>
              <a:rPr lang="en-IN" sz="2300" dirty="0"/>
              <a:t>, vol. 43, no. 5, pp. 1–12, 2019.</a:t>
            </a:r>
          </a:p>
          <a:p>
            <a:r>
              <a:rPr lang="en-IN" sz="2300" dirty="0"/>
              <a:t>[2] M. J. Shaikh, S. Manjrekar, D. Khan, M. Khan, and D. Jamadar, “Multiple Disease Prediction Webapp,” </a:t>
            </a:r>
            <a:r>
              <a:rPr lang="en-IN" sz="2300" i="1" dirty="0"/>
              <a:t>Journal of Emerging Technologies and Innovative Research (JETIR)</a:t>
            </a:r>
            <a:r>
              <a:rPr lang="en-IN" sz="2300" dirty="0"/>
              <a:t>, vol. 8, no. 6, pp. 1–6, 2021.</a:t>
            </a:r>
          </a:p>
          <a:p>
            <a:r>
              <a:rPr lang="en-IN" sz="2300" dirty="0"/>
              <a:t>[3] R. C. Deo, “Machine Learning in Medicine,” </a:t>
            </a:r>
            <a:r>
              <a:rPr lang="en-IN" sz="2300" i="1" dirty="0"/>
              <a:t>Circulation</a:t>
            </a:r>
            <a:r>
              <a:rPr lang="en-IN" sz="2300" dirty="0"/>
              <a:t>, vol. 132, no. 20, pp. 1920–1930, 2015.</a:t>
            </a:r>
          </a:p>
          <a:p>
            <a:r>
              <a:rPr lang="en-IN" sz="2300" dirty="0"/>
              <a:t>[4] “Multiple Disease Prediction System Using Machine Learning,” </a:t>
            </a:r>
            <a:r>
              <a:rPr lang="en-IN" sz="2300" i="1" dirty="0"/>
              <a:t>SSRN Electronic Journal</a:t>
            </a:r>
            <a:r>
              <a:rPr lang="en-IN" sz="2300" dirty="0"/>
              <a:t>, pp. 1–8, 2020.</a:t>
            </a:r>
          </a:p>
          <a:p>
            <a:r>
              <a:rPr lang="en-IN" sz="2300" dirty="0"/>
              <a:t>[5] U. R. Acharya, H. Fujita, S. L. Oh, et al., “Application of Deep Convolutional Neural Network for Automated Detection of Myocardial Infarction Using ECG Signals,” </a:t>
            </a:r>
            <a:r>
              <a:rPr lang="en-IN" sz="2300" i="1" dirty="0"/>
              <a:t>Information Sciences</a:t>
            </a:r>
            <a:r>
              <a:rPr lang="en-IN" sz="2300" dirty="0"/>
              <a:t>, vol. 415–416, pp. 190–198, 2017.</a:t>
            </a:r>
          </a:p>
          <a:p>
            <a:r>
              <a:rPr lang="en-IN" sz="2300" dirty="0"/>
              <a:t>[6] “Multiple Disease Prediction System Using Machine Learning and Streamlit,” </a:t>
            </a:r>
            <a:r>
              <a:rPr lang="en-IN" sz="2300" i="1" dirty="0"/>
              <a:t>IEEE Xplore</a:t>
            </a:r>
            <a:r>
              <a:rPr lang="en-IN" sz="2300" dirty="0"/>
              <a:t>, pp. 1–6, 2022.</a:t>
            </a:r>
          </a:p>
          <a:p>
            <a:pPr marL="50800" indent="0">
              <a:buNone/>
            </a:pPr>
            <a:endParaRPr lang="en-US" altLang="en-US" sz="2300" dirty="0"/>
          </a:p>
        </p:txBody>
      </p:sp>
      <p:sp>
        <p:nvSpPr>
          <p:cNvPr id="4" name="Rectangle 3">
            <a:extLst>
              <a:ext uri="{FF2B5EF4-FFF2-40B4-BE49-F238E27FC236}">
                <a16:creationId xmlns:a16="http://schemas.microsoft.com/office/drawing/2014/main" id="{ECDF4F95-79DE-3D43-ED33-96D71CCD9093}"/>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77605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9188C-51E1-580D-3CE5-D7A879922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5EC2AE-39B4-B4A3-A7AD-8194397A8647}"/>
              </a:ext>
            </a:extLst>
          </p:cNvPr>
          <p:cNvSpPr>
            <a:spLocks noGrp="1"/>
          </p:cNvSpPr>
          <p:nvPr>
            <p:ph type="title"/>
          </p:nvPr>
        </p:nvSpPr>
        <p:spPr/>
        <p:txBody>
          <a:bodyPr/>
          <a:lstStyle/>
          <a:p>
            <a:r>
              <a:rPr lang="en-IN" dirty="0"/>
              <a:t>GitHub Link</a:t>
            </a:r>
            <a:endParaRPr lang="en-US" dirty="0"/>
          </a:p>
        </p:txBody>
      </p:sp>
      <p:sp>
        <p:nvSpPr>
          <p:cNvPr id="3" name="Content Placeholder 2">
            <a:extLst>
              <a:ext uri="{FF2B5EF4-FFF2-40B4-BE49-F238E27FC236}">
                <a16:creationId xmlns:a16="http://schemas.microsoft.com/office/drawing/2014/main" id="{5D9FDF8A-38EA-87EC-5203-7B9FD343349C}"/>
              </a:ext>
            </a:extLst>
          </p:cNvPr>
          <p:cNvSpPr>
            <a:spLocks noGrp="1"/>
          </p:cNvSpPr>
          <p:nvPr>
            <p:ph idx="1"/>
          </p:nvPr>
        </p:nvSpPr>
        <p:spPr/>
        <p:txBody>
          <a:bodyPr>
            <a:normAutofit/>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dirty="0"/>
              <a:t>Link: </a:t>
            </a:r>
            <a:r>
              <a:rPr lang="en-US" dirty="0">
                <a:hlinkClick r:id="rId2"/>
              </a:rPr>
              <a:t>https://github.com/MahithaYadav/CSE-2022-2026-Batch-B4</a:t>
            </a:r>
            <a:endParaRPr lang="en-US" dirty="0"/>
          </a:p>
          <a:p>
            <a:pPr marL="0" indent="0">
              <a:buNone/>
            </a:pPr>
            <a:endParaRPr lang="en-IN" dirty="0"/>
          </a:p>
        </p:txBody>
      </p:sp>
      <p:sp>
        <p:nvSpPr>
          <p:cNvPr id="4" name="Rectangle 3">
            <a:extLst>
              <a:ext uri="{FF2B5EF4-FFF2-40B4-BE49-F238E27FC236}">
                <a16:creationId xmlns:a16="http://schemas.microsoft.com/office/drawing/2014/main" id="{A6503976-2490-00A5-5B10-85B09C74CC49}"/>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15341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603859"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Thank You!!!</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0C2835DF-50A2-79A5-FBCA-F657059E4174}"/>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099747"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Any Query?</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C35C4E18-920B-80D2-5114-7D9763FCA14F}"/>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345171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9058</TotalTime>
  <Words>1740</Words>
  <Application>Microsoft Office PowerPoint</Application>
  <PresentationFormat>Widescreen</PresentationFormat>
  <Paragraphs>204</Paragraphs>
  <Slides>26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Courier New</vt:lpstr>
      <vt:lpstr>Times New Roman</vt:lpstr>
      <vt:lpstr>Wingdings</vt:lpstr>
      <vt:lpstr>Custom Design</vt:lpstr>
      <vt:lpstr>PowerPoint Presentation</vt:lpstr>
      <vt:lpstr>Title Explanation</vt:lpstr>
      <vt:lpstr>Contents</vt:lpstr>
      <vt:lpstr>Abstract</vt:lpstr>
      <vt:lpstr>Introduction</vt:lpstr>
      <vt:lpstr>Literature Survey</vt:lpstr>
      <vt:lpstr>Existing System </vt:lpstr>
      <vt:lpstr>Proposed System</vt:lpstr>
      <vt:lpstr>Planning</vt:lpstr>
      <vt:lpstr>Datasets/Modules</vt:lpstr>
      <vt:lpstr>Design</vt:lpstr>
      <vt:lpstr>Design</vt:lpstr>
      <vt:lpstr>Process flow</vt:lpstr>
      <vt:lpstr>Implementation</vt:lpstr>
      <vt:lpstr>Implementation</vt:lpstr>
      <vt:lpstr>Outputs</vt:lpstr>
      <vt:lpstr>Outputs</vt:lpstr>
      <vt:lpstr>Outputs</vt:lpstr>
      <vt:lpstr>Outputs</vt:lpstr>
      <vt:lpstr>Outputs</vt:lpstr>
      <vt:lpstr>Research Paper</vt:lpstr>
      <vt:lpstr>Conclusion</vt:lpstr>
      <vt:lpstr>References</vt:lpstr>
      <vt:lpstr>GitHub Link</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venkatesh k</dc:creator>
  <cp:lastModifiedBy>Mahi Yadav</cp:lastModifiedBy>
  <cp:revision>159</cp:revision>
  <dcterms:created xsi:type="dcterms:W3CDTF">2019-06-11T05:35:00Z</dcterms:created>
  <dcterms:modified xsi:type="dcterms:W3CDTF">2026-03-11T17:39:10Z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B145199D08B64BC29E291925B1B5F72E</vt:lpwstr>
  </property>
  <property fmtid="{D5CDD505-2E9C-101B-9397-08002B2CF9AE}" pid="3" name="KSOProductBuildVer">
    <vt:lpwstr>1033-11.2.0.11254</vt:lpwstr>
  </property>
</Properties>
</file>