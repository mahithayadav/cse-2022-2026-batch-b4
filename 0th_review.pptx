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4"/>
  </p:notesMasterIdLst>
  <p:sldIdLst>
    <p:sldId id="267" r:id="rId3"/>
    <p:sldId id="257" r:id="rId4"/>
    <p:sldId id="278" r:id="rId5"/>
    <p:sldId id="258" r:id="rId6"/>
    <p:sldId id="259" r:id="rId7"/>
    <p:sldId id="282" r:id="rId8"/>
    <p:sldId id="261" r:id="rId9"/>
    <p:sldId id="256" r:id="rId10"/>
    <p:sldId id="264" r:id="rId11"/>
    <p:sldId id="265" r:id="rId12"/>
    <p:sldId id="266" r:id="rId1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8DF8C-2F68-4271-8CD0-FD4FBEB8301D}" v="65" dt="2025-12-10T15:13:06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2827" autoAdjust="0"/>
  </p:normalViewPr>
  <p:slideViewPr>
    <p:cSldViewPr showGuides="1">
      <p:cViewPr>
        <p:scale>
          <a:sx n="75" d="100"/>
          <a:sy n="75" d="100"/>
        </p:scale>
        <p:origin x="946" y="494"/>
      </p:cViewPr>
      <p:guideLst>
        <p:guide orient="horz" pos="2160"/>
        <p:guide pos="3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i Yadav" userId="bb953e4139f4bad6" providerId="LiveId" clId="{D5683BEA-6642-46EE-BB87-C5F71723A66D}"/>
    <pc:docChg chg="undo custSel addSld delSld modSld sldOrd">
      <pc:chgData name="Mahi Yadav" userId="bb953e4139f4bad6" providerId="LiveId" clId="{D5683BEA-6642-46EE-BB87-C5F71723A66D}" dt="2025-12-10T15:12:31.849" v="1199" actId="123"/>
      <pc:docMkLst>
        <pc:docMk/>
      </pc:docMkLst>
      <pc:sldChg chg="addSp delSp modSp add mod ord">
        <pc:chgData name="Mahi Yadav" userId="bb953e4139f4bad6" providerId="LiveId" clId="{D5683BEA-6642-46EE-BB87-C5F71723A66D}" dt="2025-12-10T15:04:53.019" v="1184" actId="20577"/>
        <pc:sldMkLst>
          <pc:docMk/>
          <pc:sldMk cId="0" sldId="256"/>
        </pc:sldMkLst>
        <pc:spChg chg="mod">
          <ac:chgData name="Mahi Yadav" userId="bb953e4139f4bad6" providerId="LiveId" clId="{D5683BEA-6642-46EE-BB87-C5F71723A66D}" dt="2025-12-04T16:24:36.575" v="231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hi Yadav" userId="bb953e4139f4bad6" providerId="LiveId" clId="{D5683BEA-6642-46EE-BB87-C5F71723A66D}" dt="2025-12-04T16:24:41.153" v="23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hi Yadav" userId="bb953e4139f4bad6" providerId="LiveId" clId="{D5683BEA-6642-46EE-BB87-C5F71723A66D}" dt="2025-12-04T18:37:43.771" v="949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hi Yadav" userId="bb953e4139f4bad6" providerId="LiveId" clId="{D5683BEA-6642-46EE-BB87-C5F71723A66D}" dt="2025-12-10T15:04:53.019" v="118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hi Yadav" userId="bb953e4139f4bad6" providerId="LiveId" clId="{D5683BEA-6642-46EE-BB87-C5F71723A66D}" dt="2025-12-10T13:24:15.931" v="1160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hi Yadav" userId="bb953e4139f4bad6" providerId="LiveId" clId="{D5683BEA-6642-46EE-BB87-C5F71723A66D}" dt="2025-12-04T16:25:04.725" v="23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Mahi Yadav" userId="bb953e4139f4bad6" providerId="LiveId" clId="{D5683BEA-6642-46EE-BB87-C5F71723A66D}" dt="2025-12-04T16:23:46.708" v="223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Mahi Yadav" userId="bb953e4139f4bad6" providerId="LiveId" clId="{D5683BEA-6642-46EE-BB87-C5F71723A66D}" dt="2025-12-04T18:37:57.849" v="950" actId="2711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hi Yadav" userId="bb953e4139f4bad6" providerId="LiveId" clId="{D5683BEA-6642-46EE-BB87-C5F71723A66D}" dt="2025-12-04T18:38:47.607" v="959" actId="255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ahi Yadav" userId="bb953e4139f4bad6" providerId="LiveId" clId="{D5683BEA-6642-46EE-BB87-C5F71723A66D}" dt="2025-12-04T18:39:01.338" v="962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ahi Yadav" userId="bb953e4139f4bad6" providerId="LiveId" clId="{D5683BEA-6642-46EE-BB87-C5F71723A66D}" dt="2025-12-04T16:24:46.114" v="233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ahi Yadav" userId="bb953e4139f4bad6" providerId="LiveId" clId="{D5683BEA-6642-46EE-BB87-C5F71723A66D}" dt="2025-12-04T16:24:52.978" v="234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ahi Yadav" userId="bb953e4139f4bad6" providerId="LiveId" clId="{D5683BEA-6642-46EE-BB87-C5F71723A66D}" dt="2025-12-04T18:38:02.708" v="951" actId="2711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ahi Yadav" userId="bb953e4139f4bad6" providerId="LiveId" clId="{D5683BEA-6642-46EE-BB87-C5F71723A66D}" dt="2025-12-04T18:39:14.379" v="964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ahi Yadav" userId="bb953e4139f4bad6" providerId="LiveId" clId="{D5683BEA-6642-46EE-BB87-C5F71723A66D}" dt="2025-12-04T18:40:35.382" v="973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ahi Yadav" userId="bb953e4139f4bad6" providerId="LiveId" clId="{D5683BEA-6642-46EE-BB87-C5F71723A66D}" dt="2025-12-04T16:24:29.831" v="230" actId="14100"/>
          <ac:spMkLst>
            <pc:docMk/>
            <pc:sldMk cId="0" sldId="256"/>
            <ac:spMk id="18" creationId="{00000000-0000-0000-0000-000000000000}"/>
          </ac:spMkLst>
        </pc:spChg>
        <pc:spChg chg="add mod">
          <ac:chgData name="Mahi Yadav" userId="bb953e4139f4bad6" providerId="LiveId" clId="{D5683BEA-6642-46EE-BB87-C5F71723A66D}" dt="2025-12-04T16:18:19.768" v="214"/>
          <ac:spMkLst>
            <pc:docMk/>
            <pc:sldMk cId="0" sldId="256"/>
            <ac:spMk id="21" creationId="{13EC58FB-F097-3F5F-BDFA-0A678451A0E9}"/>
          </ac:spMkLst>
        </pc:spChg>
        <pc:spChg chg="add mod">
          <ac:chgData name="Mahi Yadav" userId="bb953e4139f4bad6" providerId="LiveId" clId="{D5683BEA-6642-46EE-BB87-C5F71723A66D}" dt="2025-12-04T17:58:54.630" v="709"/>
          <ac:spMkLst>
            <pc:docMk/>
            <pc:sldMk cId="0" sldId="256"/>
            <ac:spMk id="23" creationId="{E3E06EDF-493B-370D-4086-354BE4B6B866}"/>
          </ac:spMkLst>
        </pc:spChg>
        <pc:graphicFrameChg chg="add mod modGraphic">
          <ac:chgData name="Mahi Yadav" userId="bb953e4139f4bad6" providerId="LiveId" clId="{D5683BEA-6642-46EE-BB87-C5F71723A66D}" dt="2025-12-04T18:35:38.944" v="933" actId="20577"/>
          <ac:graphicFrameMkLst>
            <pc:docMk/>
            <pc:sldMk cId="0" sldId="256"/>
            <ac:graphicFrameMk id="24" creationId="{C55BC556-32AA-DB75-F679-9E10924C4E0B}"/>
          </ac:graphicFrameMkLst>
        </pc:graphicFrameChg>
      </pc:sldChg>
      <pc:sldChg chg="addSp delSp modSp mod">
        <pc:chgData name="Mahi Yadav" userId="bb953e4139f4bad6" providerId="LiveId" clId="{D5683BEA-6642-46EE-BB87-C5F71723A66D}" dt="2025-12-04T18:34:30.416" v="893" actId="20577"/>
        <pc:sldMkLst>
          <pc:docMk/>
          <pc:sldMk cId="0" sldId="257"/>
        </pc:sldMkLst>
        <pc:spChg chg="add mod">
          <ac:chgData name="Mahi Yadav" userId="bb953e4139f4bad6" providerId="LiveId" clId="{D5683BEA-6642-46EE-BB87-C5F71723A66D}" dt="2025-12-04T17:58:12.442" v="700" actId="113"/>
          <ac:spMkLst>
            <pc:docMk/>
            <pc:sldMk cId="0" sldId="257"/>
            <ac:spMk id="2" creationId="{67980CE8-0DF4-ADFB-351E-3165106C569D}"/>
          </ac:spMkLst>
        </pc:spChg>
        <pc:graphicFrameChg chg="add mod modGraphic">
          <ac:chgData name="Mahi Yadav" userId="bb953e4139f4bad6" providerId="LiveId" clId="{D5683BEA-6642-46EE-BB87-C5F71723A66D}" dt="2025-12-04T18:34:30.416" v="893" actId="20577"/>
          <ac:graphicFrameMkLst>
            <pc:docMk/>
            <pc:sldMk cId="0" sldId="257"/>
            <ac:graphicFrameMk id="4" creationId="{F8A77198-5804-B7A9-5356-DCA44BB9FAFE}"/>
          </ac:graphicFrameMkLst>
        </pc:graphicFrameChg>
      </pc:sldChg>
      <pc:sldChg chg="addSp modSp mod">
        <pc:chgData name="Mahi Yadav" userId="bb953e4139f4bad6" providerId="LiveId" clId="{D5683BEA-6642-46EE-BB87-C5F71723A66D}" dt="2025-12-10T15:04:23.675" v="1182" actId="20577"/>
        <pc:sldMkLst>
          <pc:docMk/>
          <pc:sldMk cId="0" sldId="258"/>
        </pc:sldMkLst>
        <pc:spChg chg="add mod">
          <ac:chgData name="Mahi Yadav" userId="bb953e4139f4bad6" providerId="LiveId" clId="{D5683BEA-6642-46EE-BB87-C5F71723A66D}" dt="2025-12-04T17:58:22.740" v="702"/>
          <ac:spMkLst>
            <pc:docMk/>
            <pc:sldMk cId="0" sldId="258"/>
            <ac:spMk id="2" creationId="{842131AC-2AD6-5936-84B7-F8F0BBCD8F4C}"/>
          </ac:spMkLst>
        </pc:spChg>
        <pc:spChg chg="mod">
          <ac:chgData name="Mahi Yadav" userId="bb953e4139f4bad6" providerId="LiveId" clId="{D5683BEA-6642-46EE-BB87-C5F71723A66D}" dt="2025-12-04T18:36:13.485" v="944" actId="120"/>
          <ac:spMkLst>
            <pc:docMk/>
            <pc:sldMk cId="0" sldId="258"/>
            <ac:spMk id="99" creationId="{00000000-0000-0000-0000-000000000000}"/>
          </ac:spMkLst>
        </pc:spChg>
        <pc:spChg chg="mod">
          <ac:chgData name="Mahi Yadav" userId="bb953e4139f4bad6" providerId="LiveId" clId="{D5683BEA-6642-46EE-BB87-C5F71723A66D}" dt="2025-12-10T15:04:23.675" v="1182" actId="20577"/>
          <ac:spMkLst>
            <pc:docMk/>
            <pc:sldMk cId="0" sldId="258"/>
            <ac:spMk id="100" creationId="{00000000-0000-0000-0000-000000000000}"/>
          </ac:spMkLst>
        </pc:spChg>
        <pc:graphicFrameChg chg="add mod modGraphic">
          <ac:chgData name="Mahi Yadav" userId="bb953e4139f4bad6" providerId="LiveId" clId="{D5683BEA-6642-46EE-BB87-C5F71723A66D}" dt="2025-12-04T18:34:50.219" v="905" actId="20577"/>
          <ac:graphicFrameMkLst>
            <pc:docMk/>
            <pc:sldMk cId="0" sldId="258"/>
            <ac:graphicFrameMk id="3" creationId="{5630D8EE-6E69-5168-2229-973F3F34F3D4}"/>
          </ac:graphicFrameMkLst>
        </pc:graphicFrameChg>
      </pc:sldChg>
      <pc:sldChg chg="addSp delSp modSp mod">
        <pc:chgData name="Mahi Yadav" userId="bb953e4139f4bad6" providerId="LiveId" clId="{D5683BEA-6642-46EE-BB87-C5F71723A66D}" dt="2025-12-10T13:23:37.682" v="1129" actId="113"/>
        <pc:sldMkLst>
          <pc:docMk/>
          <pc:sldMk cId="0" sldId="259"/>
        </pc:sldMkLst>
        <pc:spChg chg="add mod">
          <ac:chgData name="Mahi Yadav" userId="bb953e4139f4bad6" providerId="LiveId" clId="{D5683BEA-6642-46EE-BB87-C5F71723A66D}" dt="2025-12-04T17:58:26.072" v="703"/>
          <ac:spMkLst>
            <pc:docMk/>
            <pc:sldMk cId="0" sldId="259"/>
            <ac:spMk id="3" creationId="{314A3FF4-7ABB-1958-F732-CF74213E9C2F}"/>
          </ac:spMkLst>
        </pc:spChg>
        <pc:spChg chg="add del mod">
          <ac:chgData name="Mahi Yadav" userId="bb953e4139f4bad6" providerId="LiveId" clId="{D5683BEA-6642-46EE-BB87-C5F71723A66D}" dt="2025-12-10T13:23:37.682" v="1129" actId="113"/>
          <ac:spMkLst>
            <pc:docMk/>
            <pc:sldMk cId="0" sldId="259"/>
            <ac:spMk id="102" creationId="{00000000-0000-0000-0000-000000000000}"/>
          </ac:spMkLst>
        </pc:spChg>
        <pc:graphicFrameChg chg="add mod modGraphic">
          <ac:chgData name="Mahi Yadav" userId="bb953e4139f4bad6" providerId="LiveId" clId="{D5683BEA-6642-46EE-BB87-C5F71723A66D}" dt="2025-12-04T18:34:59.156" v="912" actId="20577"/>
          <ac:graphicFrameMkLst>
            <pc:docMk/>
            <pc:sldMk cId="0" sldId="259"/>
            <ac:graphicFrameMk id="4" creationId="{D71D00CF-792C-E4E3-09F1-A72A7429EDA2}"/>
          </ac:graphicFrameMkLst>
        </pc:graphicFrameChg>
      </pc:sldChg>
      <pc:sldChg chg="addSp delSp modSp mod">
        <pc:chgData name="Mahi Yadav" userId="bb953e4139f4bad6" providerId="LiveId" clId="{D5683BEA-6642-46EE-BB87-C5F71723A66D}" dt="2025-12-10T15:10:23.990" v="1198" actId="20577"/>
        <pc:sldMkLst>
          <pc:docMk/>
          <pc:sldMk cId="0" sldId="261"/>
        </pc:sldMkLst>
        <pc:spChg chg="add mod">
          <ac:chgData name="Mahi Yadav" userId="bb953e4139f4bad6" providerId="LiveId" clId="{D5683BEA-6642-46EE-BB87-C5F71723A66D}" dt="2025-12-04T17:46:38.677" v="656" actId="14100"/>
          <ac:spMkLst>
            <pc:docMk/>
            <pc:sldMk cId="0" sldId="261"/>
            <ac:spMk id="12" creationId="{A7940186-BCB4-6190-DC21-0E0C832D75F7}"/>
          </ac:spMkLst>
        </pc:spChg>
        <pc:spChg chg="add mod">
          <ac:chgData name="Mahi Yadav" userId="bb953e4139f4bad6" providerId="LiveId" clId="{D5683BEA-6642-46EE-BB87-C5F71723A66D}" dt="2025-12-04T17:58:52.173" v="708"/>
          <ac:spMkLst>
            <pc:docMk/>
            <pc:sldMk cId="0" sldId="261"/>
            <ac:spMk id="29" creationId="{A910122D-E8DF-C382-3170-D47B5768E9B5}"/>
          </ac:spMkLst>
        </pc:spChg>
        <pc:spChg chg="mod">
          <ac:chgData name="Mahi Yadav" userId="bb953e4139f4bad6" providerId="LiveId" clId="{D5683BEA-6642-46EE-BB87-C5F71723A66D}" dt="2025-12-04T18:03:37.152" v="749" actId="255"/>
          <ac:spMkLst>
            <pc:docMk/>
            <pc:sldMk cId="0" sldId="261"/>
            <ac:spMk id="105" creationId="{00000000-0000-0000-0000-000000000000}"/>
          </ac:spMkLst>
        </pc:spChg>
        <pc:graphicFrameChg chg="add mod">
          <ac:chgData name="Mahi Yadav" userId="bb953e4139f4bad6" providerId="LiveId" clId="{D5683BEA-6642-46EE-BB87-C5F71723A66D}" dt="2025-12-10T13:01:53.571" v="1034"/>
          <ac:graphicFrameMkLst>
            <pc:docMk/>
            <pc:sldMk cId="0" sldId="261"/>
            <ac:graphicFrameMk id="2" creationId="{9161946F-7F7E-84F7-3AFD-012F88EB2F42}"/>
          </ac:graphicFrameMkLst>
        </pc:graphicFrameChg>
        <pc:graphicFrameChg chg="add mod">
          <ac:chgData name="Mahi Yadav" userId="bb953e4139f4bad6" providerId="LiveId" clId="{D5683BEA-6642-46EE-BB87-C5F71723A66D}" dt="2025-12-10T13:01:53.571" v="1034"/>
          <ac:graphicFrameMkLst>
            <pc:docMk/>
            <pc:sldMk cId="0" sldId="261"/>
            <ac:graphicFrameMk id="3" creationId="{D6C539D5-B8E3-A4CD-133C-E202B5F03C5C}"/>
          </ac:graphicFrameMkLst>
        </pc:graphicFrameChg>
        <pc:graphicFrameChg chg="add mod">
          <ac:chgData name="Mahi Yadav" userId="bb953e4139f4bad6" providerId="LiveId" clId="{D5683BEA-6642-46EE-BB87-C5F71723A66D}" dt="2025-12-10T13:01:53.571" v="1034"/>
          <ac:graphicFrameMkLst>
            <pc:docMk/>
            <pc:sldMk cId="0" sldId="261"/>
            <ac:graphicFrameMk id="4" creationId="{16A8EBE5-DE09-7165-F186-54107889ED1E}"/>
          </ac:graphicFrameMkLst>
        </pc:graphicFrameChg>
        <pc:graphicFrameChg chg="add mod">
          <ac:chgData name="Mahi Yadav" userId="bb953e4139f4bad6" providerId="LiveId" clId="{D5683BEA-6642-46EE-BB87-C5F71723A66D}" dt="2025-12-10T13:01:53.571" v="1034"/>
          <ac:graphicFrameMkLst>
            <pc:docMk/>
            <pc:sldMk cId="0" sldId="261"/>
            <ac:graphicFrameMk id="5" creationId="{FBBD83AD-272F-7C14-A016-8E5963839426}"/>
          </ac:graphicFrameMkLst>
        </pc:graphicFrameChg>
        <pc:graphicFrameChg chg="add mod">
          <ac:chgData name="Mahi Yadav" userId="bb953e4139f4bad6" providerId="LiveId" clId="{D5683BEA-6642-46EE-BB87-C5F71723A66D}" dt="2025-12-10T13:01:53.571" v="1034"/>
          <ac:graphicFrameMkLst>
            <pc:docMk/>
            <pc:sldMk cId="0" sldId="261"/>
            <ac:graphicFrameMk id="6" creationId="{8D3D0558-7F47-2FF8-CFA5-54EADB6B318B}"/>
          </ac:graphicFrameMkLst>
        </pc:graphicFrameChg>
        <pc:graphicFrameChg chg="add mod modGraphic">
          <ac:chgData name="Mahi Yadav" userId="bb953e4139f4bad6" providerId="LiveId" clId="{D5683BEA-6642-46EE-BB87-C5F71723A66D}" dt="2025-12-10T15:10:23.990" v="1198" actId="20577"/>
          <ac:graphicFrameMkLst>
            <pc:docMk/>
            <pc:sldMk cId="0" sldId="261"/>
            <ac:graphicFrameMk id="10" creationId="{5447383F-CA2B-513A-652B-ED122A7515D2}"/>
          </ac:graphicFrameMkLst>
        </pc:graphicFrameChg>
        <pc:graphicFrameChg chg="add mod modGraphic">
          <ac:chgData name="Mahi Yadav" userId="bb953e4139f4bad6" providerId="LiveId" clId="{D5683BEA-6642-46EE-BB87-C5F71723A66D}" dt="2025-12-04T18:35:28.251" v="926" actId="20577"/>
          <ac:graphicFrameMkLst>
            <pc:docMk/>
            <pc:sldMk cId="0" sldId="261"/>
            <ac:graphicFrameMk id="30" creationId="{F9EA0E8E-805D-9E93-2298-65C7DB002542}"/>
          </ac:graphicFrameMkLst>
        </pc:graphicFrameChg>
        <pc:cxnChg chg="add mod">
          <ac:chgData name="Mahi Yadav" userId="bb953e4139f4bad6" providerId="LiveId" clId="{D5683BEA-6642-46EE-BB87-C5F71723A66D}" dt="2025-12-04T17:46:44.867" v="657" actId="14100"/>
          <ac:cxnSpMkLst>
            <pc:docMk/>
            <pc:sldMk cId="0" sldId="261"/>
            <ac:cxnSpMk id="14" creationId="{FDEF96FB-F1FE-7D79-FBCA-763DFD2E86B8}"/>
          </ac:cxnSpMkLst>
        </pc:cxnChg>
        <pc:cxnChg chg="add mod">
          <ac:chgData name="Mahi Yadav" userId="bb953e4139f4bad6" providerId="LiveId" clId="{D5683BEA-6642-46EE-BB87-C5F71723A66D}" dt="2025-12-10T13:07:36.346" v="1086" actId="1076"/>
          <ac:cxnSpMkLst>
            <pc:docMk/>
            <pc:sldMk cId="0" sldId="261"/>
            <ac:cxnSpMk id="16" creationId="{E3DB7121-0172-3AFE-E1A0-D36435BF94E9}"/>
          </ac:cxnSpMkLst>
        </pc:cxnChg>
        <pc:cxnChg chg="add mod">
          <ac:chgData name="Mahi Yadav" userId="bb953e4139f4bad6" providerId="LiveId" clId="{D5683BEA-6642-46EE-BB87-C5F71723A66D}" dt="2025-12-04T17:45:52.351" v="652" actId="14100"/>
          <ac:cxnSpMkLst>
            <pc:docMk/>
            <pc:sldMk cId="0" sldId="261"/>
            <ac:cxnSpMk id="19" creationId="{4F57E11D-26A9-FAD3-D1C0-39DE25055D6E}"/>
          </ac:cxnSpMkLst>
        </pc:cxnChg>
        <pc:cxnChg chg="add mod">
          <ac:chgData name="Mahi Yadav" userId="bb953e4139f4bad6" providerId="LiveId" clId="{D5683BEA-6642-46EE-BB87-C5F71723A66D}" dt="2025-12-04T18:27:25.475" v="831" actId="1076"/>
          <ac:cxnSpMkLst>
            <pc:docMk/>
            <pc:sldMk cId="0" sldId="261"/>
            <ac:cxnSpMk id="20" creationId="{697BE240-FEE0-3B61-53D2-737C8BA7219F}"/>
          </ac:cxnSpMkLst>
        </pc:cxnChg>
        <pc:cxnChg chg="add mod">
          <ac:chgData name="Mahi Yadav" userId="bb953e4139f4bad6" providerId="LiveId" clId="{D5683BEA-6642-46EE-BB87-C5F71723A66D}" dt="2025-12-04T18:30:39.835" v="850" actId="1076"/>
          <ac:cxnSpMkLst>
            <pc:docMk/>
            <pc:sldMk cId="0" sldId="261"/>
            <ac:cxnSpMk id="21" creationId="{0E493EDC-7E2B-AB3A-3C6A-9AF839DBD3CC}"/>
          </ac:cxnSpMkLst>
        </pc:cxnChg>
      </pc:sldChg>
      <pc:sldChg chg="addSp modSp mod">
        <pc:chgData name="Mahi Yadav" userId="bb953e4139f4bad6" providerId="LiveId" clId="{D5683BEA-6642-46EE-BB87-C5F71723A66D}" dt="2025-12-10T15:12:31.849" v="1199" actId="123"/>
        <pc:sldMkLst>
          <pc:docMk/>
          <pc:sldMk cId="0" sldId="264"/>
        </pc:sldMkLst>
        <pc:spChg chg="add mod">
          <ac:chgData name="Mahi Yadav" userId="bb953e4139f4bad6" providerId="LiveId" clId="{D5683BEA-6642-46EE-BB87-C5F71723A66D}" dt="2025-12-04T17:58:58.062" v="710"/>
          <ac:spMkLst>
            <pc:docMk/>
            <pc:sldMk cId="0" sldId="264"/>
            <ac:spMk id="2" creationId="{C9CD97ED-64A4-B702-9821-E37911EAA63F}"/>
          </ac:spMkLst>
        </pc:spChg>
        <pc:spChg chg="mod">
          <ac:chgData name="Mahi Yadav" userId="bb953e4139f4bad6" providerId="LiveId" clId="{D5683BEA-6642-46EE-BB87-C5F71723A66D}" dt="2025-12-10T15:12:31.849" v="1199" actId="123"/>
          <ac:spMkLst>
            <pc:docMk/>
            <pc:sldMk cId="0" sldId="264"/>
            <ac:spMk id="112" creationId="{00000000-0000-0000-0000-000000000000}"/>
          </ac:spMkLst>
        </pc:spChg>
        <pc:graphicFrameChg chg="add mod modGraphic">
          <ac:chgData name="Mahi Yadav" userId="bb953e4139f4bad6" providerId="LiveId" clId="{D5683BEA-6642-46EE-BB87-C5F71723A66D}" dt="2025-12-04T18:35:45.358" v="935" actId="20577"/>
          <ac:graphicFrameMkLst>
            <pc:docMk/>
            <pc:sldMk cId="0" sldId="264"/>
            <ac:graphicFrameMk id="3" creationId="{E086CF3E-6B6D-775F-2069-259F18017EF7}"/>
          </ac:graphicFrameMkLst>
        </pc:graphicFrameChg>
      </pc:sldChg>
      <pc:sldChg chg="addSp delSp modSp mod">
        <pc:chgData name="Mahi Yadav" userId="bb953e4139f4bad6" providerId="LiveId" clId="{D5683BEA-6642-46EE-BB87-C5F71723A66D}" dt="2025-12-04T18:35:50.950" v="939" actId="20577"/>
        <pc:sldMkLst>
          <pc:docMk/>
          <pc:sldMk cId="0" sldId="265"/>
        </pc:sldMkLst>
        <pc:spChg chg="mod">
          <ac:chgData name="Mahi Yadav" userId="bb953e4139f4bad6" providerId="LiveId" clId="{D5683BEA-6642-46EE-BB87-C5F71723A66D}" dt="2025-12-04T17:01:52.433" v="424" actId="2711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Mahi Yadav" userId="bb953e4139f4bad6" providerId="LiveId" clId="{D5683BEA-6642-46EE-BB87-C5F71723A66D}" dt="2025-12-04T17:59:01.227" v="711"/>
          <ac:spMkLst>
            <pc:docMk/>
            <pc:sldMk cId="0" sldId="265"/>
            <ac:spMk id="5" creationId="{92F5065B-67C9-1ED4-C45B-56D0E82EAB2F}"/>
          </ac:spMkLst>
        </pc:spChg>
        <pc:spChg chg="mod">
          <ac:chgData name="Mahi Yadav" userId="bb953e4139f4bad6" providerId="LiveId" clId="{D5683BEA-6642-46EE-BB87-C5F71723A66D}" dt="2025-12-04T18:03:59.687" v="766" actId="20577"/>
          <ac:spMkLst>
            <pc:docMk/>
            <pc:sldMk cId="0" sldId="265"/>
            <ac:spMk id="113" creationId="{00000000-0000-0000-0000-000000000000}"/>
          </ac:spMkLst>
        </pc:spChg>
        <pc:graphicFrameChg chg="add mod modGraphic">
          <ac:chgData name="Mahi Yadav" userId="bb953e4139f4bad6" providerId="LiveId" clId="{D5683BEA-6642-46EE-BB87-C5F71723A66D}" dt="2025-12-04T18:35:50.950" v="939" actId="20577"/>
          <ac:graphicFrameMkLst>
            <pc:docMk/>
            <pc:sldMk cId="0" sldId="265"/>
            <ac:graphicFrameMk id="6" creationId="{43E4AFFE-7AE1-069F-C33D-255430D5E30C}"/>
          </ac:graphicFrameMkLst>
        </pc:graphicFrameChg>
        <pc:picChg chg="add mod">
          <ac:chgData name="Mahi Yadav" userId="bb953e4139f4bad6" providerId="LiveId" clId="{D5683BEA-6642-46EE-BB87-C5F71723A66D}" dt="2025-12-04T18:33:19.972" v="869" actId="14100"/>
          <ac:picMkLst>
            <pc:docMk/>
            <pc:sldMk cId="0" sldId="265"/>
            <ac:picMk id="4" creationId="{D470ECF4-7F84-8ED0-A74D-196A2A26F499}"/>
          </ac:picMkLst>
        </pc:picChg>
      </pc:sldChg>
      <pc:sldChg chg="addSp modSp mod">
        <pc:chgData name="Mahi Yadav" userId="bb953e4139f4bad6" providerId="LiveId" clId="{D5683BEA-6642-46EE-BB87-C5F71723A66D}" dt="2025-12-04T18:35:56.249" v="943" actId="20577"/>
        <pc:sldMkLst>
          <pc:docMk/>
          <pc:sldMk cId="0" sldId="266"/>
        </pc:sldMkLst>
        <pc:spChg chg="add mod">
          <ac:chgData name="Mahi Yadav" userId="bb953e4139f4bad6" providerId="LiveId" clId="{D5683BEA-6642-46EE-BB87-C5F71723A66D}" dt="2025-12-04T17:59:03.970" v="712"/>
          <ac:spMkLst>
            <pc:docMk/>
            <pc:sldMk cId="0" sldId="266"/>
            <ac:spMk id="2" creationId="{8F4AD1D1-4E1B-86FD-6137-E5470B1A46CD}"/>
          </ac:spMkLst>
        </pc:spChg>
        <pc:graphicFrameChg chg="add mod modGraphic">
          <ac:chgData name="Mahi Yadav" userId="bb953e4139f4bad6" providerId="LiveId" clId="{D5683BEA-6642-46EE-BB87-C5F71723A66D}" dt="2025-12-04T18:35:56.249" v="943" actId="20577"/>
          <ac:graphicFrameMkLst>
            <pc:docMk/>
            <pc:sldMk cId="0" sldId="266"/>
            <ac:graphicFrameMk id="3" creationId="{A1B2EB00-6034-7077-8E50-217A0F8FCE04}"/>
          </ac:graphicFrameMkLst>
        </pc:graphicFrameChg>
      </pc:sldChg>
      <pc:sldChg chg="addSp modSp mod">
        <pc:chgData name="Mahi Yadav" userId="bb953e4139f4bad6" providerId="LiveId" clId="{D5683BEA-6642-46EE-BB87-C5F71723A66D}" dt="2025-12-05T06:54:28.947" v="1012" actId="122"/>
        <pc:sldMkLst>
          <pc:docMk/>
          <pc:sldMk cId="0" sldId="267"/>
        </pc:sldMkLst>
        <pc:spChg chg="add mod">
          <ac:chgData name="Mahi Yadav" userId="bb953e4139f4bad6" providerId="LiveId" clId="{D5683BEA-6642-46EE-BB87-C5F71723A66D}" dt="2025-12-05T06:54:28.947" v="1012" actId="122"/>
          <ac:spMkLst>
            <pc:docMk/>
            <pc:sldMk cId="0" sldId="267"/>
            <ac:spMk id="2" creationId="{B14EA438-6317-B4FF-FE76-FB53A9F6DEA7}"/>
          </ac:spMkLst>
        </pc:spChg>
        <pc:spChg chg="mod">
          <ac:chgData name="Mahi Yadav" userId="bb953e4139f4bad6" providerId="LiveId" clId="{D5683BEA-6642-46EE-BB87-C5F71723A66D}" dt="2025-12-04T18:32:20.664" v="866" actId="255"/>
          <ac:spMkLst>
            <pc:docMk/>
            <pc:sldMk cId="0" sldId="267"/>
            <ac:spMk id="4" creationId="{00000000-0000-0000-0000-000000000000}"/>
          </ac:spMkLst>
        </pc:spChg>
        <pc:spChg chg="mod">
          <ac:chgData name="Mahi Yadav" userId="bb953e4139f4bad6" providerId="LiveId" clId="{D5683BEA-6642-46EE-BB87-C5F71723A66D}" dt="2025-12-04T16:45:14.443" v="387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Mahi Yadav" userId="bb953e4139f4bad6" providerId="LiveId" clId="{D5683BEA-6642-46EE-BB87-C5F71723A66D}" dt="2025-12-04T17:25:17.834" v="508" actId="255"/>
          <ac:spMkLst>
            <pc:docMk/>
            <pc:sldMk cId="0" sldId="267"/>
            <ac:spMk id="14" creationId="{00000000-0000-0000-0000-000000000000}"/>
          </ac:spMkLst>
        </pc:spChg>
        <pc:spChg chg="mod">
          <ac:chgData name="Mahi Yadav" userId="bb953e4139f4bad6" providerId="LiveId" clId="{D5683BEA-6642-46EE-BB87-C5F71723A66D}" dt="2025-12-05T06:54:03.611" v="1008" actId="20577"/>
          <ac:spMkLst>
            <pc:docMk/>
            <pc:sldMk cId="0" sldId="267"/>
            <ac:spMk id="17" creationId="{00000000-0000-0000-0000-000000000000}"/>
          </ac:spMkLst>
        </pc:spChg>
      </pc:sldChg>
      <pc:sldChg chg="addSp modSp mod">
        <pc:chgData name="Mahi Yadav" userId="bb953e4139f4bad6" providerId="LiveId" clId="{D5683BEA-6642-46EE-BB87-C5F71723A66D}" dt="2025-12-10T13:20:38.054" v="1119" actId="2711"/>
        <pc:sldMkLst>
          <pc:docMk/>
          <pc:sldMk cId="0" sldId="278"/>
        </pc:sldMkLst>
        <pc:spChg chg="add mod">
          <ac:chgData name="Mahi Yadav" userId="bb953e4139f4bad6" providerId="LiveId" clId="{D5683BEA-6642-46EE-BB87-C5F71723A66D}" dt="2025-12-04T17:58:19.129" v="701"/>
          <ac:spMkLst>
            <pc:docMk/>
            <pc:sldMk cId="0" sldId="278"/>
            <ac:spMk id="2" creationId="{D904196C-D280-79FA-5366-CDF433801D5E}"/>
          </ac:spMkLst>
        </pc:spChg>
        <pc:spChg chg="add">
          <ac:chgData name="Mahi Yadav" userId="bb953e4139f4bad6" providerId="LiveId" clId="{D5683BEA-6642-46EE-BB87-C5F71723A66D}" dt="2025-12-10T13:16:49.395" v="1099"/>
          <ac:spMkLst>
            <pc:docMk/>
            <pc:sldMk cId="0" sldId="278"/>
            <ac:spMk id="4" creationId="{DFCE5D41-36B7-ED6D-7507-E54420067D0B}"/>
          </ac:spMkLst>
        </pc:spChg>
        <pc:spChg chg="add">
          <ac:chgData name="Mahi Yadav" userId="bb953e4139f4bad6" providerId="LiveId" clId="{D5683BEA-6642-46EE-BB87-C5F71723A66D}" dt="2025-12-10T13:18:54.682" v="1104"/>
          <ac:spMkLst>
            <pc:docMk/>
            <pc:sldMk cId="0" sldId="278"/>
            <ac:spMk id="5" creationId="{251905CF-42FA-C22E-E51B-0EBDDE13AF36}"/>
          </ac:spMkLst>
        </pc:spChg>
        <pc:spChg chg="add">
          <ac:chgData name="Mahi Yadav" userId="bb953e4139f4bad6" providerId="LiveId" clId="{D5683BEA-6642-46EE-BB87-C5F71723A66D}" dt="2025-12-10T13:18:59.385" v="1105"/>
          <ac:spMkLst>
            <pc:docMk/>
            <pc:sldMk cId="0" sldId="278"/>
            <ac:spMk id="6" creationId="{36E3E6EA-EDCB-07DC-B0B7-8B15EA345351}"/>
          </ac:spMkLst>
        </pc:spChg>
        <pc:spChg chg="add">
          <ac:chgData name="Mahi Yadav" userId="bb953e4139f4bad6" providerId="LiveId" clId="{D5683BEA-6642-46EE-BB87-C5F71723A66D}" dt="2025-12-10T13:19:03.072" v="1108"/>
          <ac:spMkLst>
            <pc:docMk/>
            <pc:sldMk cId="0" sldId="278"/>
            <ac:spMk id="7" creationId="{FE4EF1BB-D7E5-A050-F24D-ADB9E08C60DC}"/>
          </ac:spMkLst>
        </pc:spChg>
        <pc:spChg chg="mod">
          <ac:chgData name="Mahi Yadav" userId="bb953e4139f4bad6" providerId="LiveId" clId="{D5683BEA-6642-46EE-BB87-C5F71723A66D}" dt="2025-12-10T13:20:38.054" v="1119" actId="2711"/>
          <ac:spMkLst>
            <pc:docMk/>
            <pc:sldMk cId="0" sldId="278"/>
            <ac:spMk id="98" creationId="{00000000-0000-0000-0000-000000000000}"/>
          </ac:spMkLst>
        </pc:spChg>
        <pc:graphicFrameChg chg="add mod modGraphic">
          <ac:chgData name="Mahi Yadav" userId="bb953e4139f4bad6" providerId="LiveId" clId="{D5683BEA-6642-46EE-BB87-C5F71723A66D}" dt="2025-12-04T18:34:39.520" v="900" actId="20577"/>
          <ac:graphicFrameMkLst>
            <pc:docMk/>
            <pc:sldMk cId="0" sldId="278"/>
            <ac:graphicFrameMk id="3" creationId="{051DDFC4-1CB5-0B07-6226-FBEB29B5D625}"/>
          </ac:graphicFrameMkLst>
        </pc:graphicFrameChg>
      </pc:sldChg>
      <pc:sldChg chg="addSp delSp modSp add mod">
        <pc:chgData name="Mahi Yadav" userId="bb953e4139f4bad6" providerId="LiveId" clId="{D5683BEA-6642-46EE-BB87-C5F71723A66D}" dt="2025-12-10T15:09:36.071" v="1185" actId="1076"/>
        <pc:sldMkLst>
          <pc:docMk/>
          <pc:sldMk cId="0" sldId="282"/>
        </pc:sldMkLst>
        <pc:spChg chg="mod">
          <ac:chgData name="Mahi Yadav" userId="bb953e4139f4bad6" providerId="LiveId" clId="{D5683BEA-6642-46EE-BB87-C5F71723A66D}" dt="2025-12-04T16:37:06.925" v="272" actId="1076"/>
          <ac:spMkLst>
            <pc:docMk/>
            <pc:sldMk cId="0" sldId="282"/>
            <ac:spMk id="3" creationId="{00000000-0000-0000-0000-000000000000}"/>
          </ac:spMkLst>
        </pc:spChg>
        <pc:spChg chg="mod">
          <ac:chgData name="Mahi Yadav" userId="bb953e4139f4bad6" providerId="LiveId" clId="{D5683BEA-6642-46EE-BB87-C5F71723A66D}" dt="2025-12-04T16:37:13.450" v="273" actId="1076"/>
          <ac:spMkLst>
            <pc:docMk/>
            <pc:sldMk cId="0" sldId="282"/>
            <ac:spMk id="4" creationId="{00000000-0000-0000-0000-000000000000}"/>
          </ac:spMkLst>
        </pc:spChg>
        <pc:spChg chg="mod">
          <ac:chgData name="Mahi Yadav" userId="bb953e4139f4bad6" providerId="LiveId" clId="{D5683BEA-6642-46EE-BB87-C5F71723A66D}" dt="2025-12-04T16:38:09.611" v="279" actId="255"/>
          <ac:spMkLst>
            <pc:docMk/>
            <pc:sldMk cId="0" sldId="282"/>
            <ac:spMk id="5" creationId="{00000000-0000-0000-0000-000000000000}"/>
          </ac:spMkLst>
        </pc:spChg>
        <pc:spChg chg="mod">
          <ac:chgData name="Mahi Yadav" userId="bb953e4139f4bad6" providerId="LiveId" clId="{D5683BEA-6642-46EE-BB87-C5F71723A66D}" dt="2025-12-10T15:09:36.071" v="1185" actId="1076"/>
          <ac:spMkLst>
            <pc:docMk/>
            <pc:sldMk cId="0" sldId="282"/>
            <ac:spMk id="6" creationId="{00000000-0000-0000-0000-000000000000}"/>
          </ac:spMkLst>
        </pc:spChg>
        <pc:spChg chg="mod">
          <ac:chgData name="Mahi Yadav" userId="bb953e4139f4bad6" providerId="LiveId" clId="{D5683BEA-6642-46EE-BB87-C5F71723A66D}" dt="2025-12-09T17:35:44.748" v="1031" actId="1076"/>
          <ac:spMkLst>
            <pc:docMk/>
            <pc:sldMk cId="0" sldId="282"/>
            <ac:spMk id="7" creationId="{00000000-0000-0000-0000-000000000000}"/>
          </ac:spMkLst>
        </pc:spChg>
        <pc:spChg chg="mod">
          <ac:chgData name="Mahi Yadav" userId="bb953e4139f4bad6" providerId="LiveId" clId="{D5683BEA-6642-46EE-BB87-C5F71723A66D}" dt="2025-12-04T16:36:53.771" v="270" actId="1076"/>
          <ac:spMkLst>
            <pc:docMk/>
            <pc:sldMk cId="0" sldId="282"/>
            <ac:spMk id="8" creationId="{00000000-0000-0000-0000-000000000000}"/>
          </ac:spMkLst>
        </pc:spChg>
        <pc:spChg chg="mod">
          <ac:chgData name="Mahi Yadav" userId="bb953e4139f4bad6" providerId="LiveId" clId="{D5683BEA-6642-46EE-BB87-C5F71723A66D}" dt="2025-12-04T16:38:38.432" v="283" actId="255"/>
          <ac:spMkLst>
            <pc:docMk/>
            <pc:sldMk cId="0" sldId="282"/>
            <ac:spMk id="9" creationId="{00000000-0000-0000-0000-000000000000}"/>
          </ac:spMkLst>
        </pc:spChg>
        <pc:spChg chg="mod">
          <ac:chgData name="Mahi Yadav" userId="bb953e4139f4bad6" providerId="LiveId" clId="{D5683BEA-6642-46EE-BB87-C5F71723A66D}" dt="2025-12-10T13:23:46.784" v="1130" actId="1076"/>
          <ac:spMkLst>
            <pc:docMk/>
            <pc:sldMk cId="0" sldId="282"/>
            <ac:spMk id="10" creationId="{00000000-0000-0000-0000-000000000000}"/>
          </ac:spMkLst>
        </pc:spChg>
        <pc:spChg chg="add mod">
          <ac:chgData name="Mahi Yadav" userId="bb953e4139f4bad6" providerId="LiveId" clId="{D5683BEA-6642-46EE-BB87-C5F71723A66D}" dt="2025-12-04T16:35:45.733" v="258"/>
          <ac:spMkLst>
            <pc:docMk/>
            <pc:sldMk cId="0" sldId="282"/>
            <ac:spMk id="11" creationId="{40968FFF-C28F-D76B-1EAD-379BB62F0A61}"/>
          </ac:spMkLst>
        </pc:spChg>
        <pc:spChg chg="add mod">
          <ac:chgData name="Mahi Yadav" userId="bb953e4139f4bad6" providerId="LiveId" clId="{D5683BEA-6642-46EE-BB87-C5F71723A66D}" dt="2025-12-04T16:39:51.811" v="288" actId="208"/>
          <ac:spMkLst>
            <pc:docMk/>
            <pc:sldMk cId="0" sldId="282"/>
            <ac:spMk id="12" creationId="{4F032D8C-A536-AE71-7385-99FBF920B725}"/>
          </ac:spMkLst>
        </pc:spChg>
        <pc:spChg chg="add mod">
          <ac:chgData name="Mahi Yadav" userId="bb953e4139f4bad6" providerId="LiveId" clId="{D5683BEA-6642-46EE-BB87-C5F71723A66D}" dt="2025-12-04T17:58:36.889" v="705" actId="14100"/>
          <ac:spMkLst>
            <pc:docMk/>
            <pc:sldMk cId="0" sldId="282"/>
            <ac:spMk id="13" creationId="{2E70EE65-790A-482D-B1C9-001564142F29}"/>
          </ac:spMkLst>
        </pc:spChg>
        <pc:graphicFrameChg chg="add mod modGraphic">
          <ac:chgData name="Mahi Yadav" userId="bb953e4139f4bad6" providerId="LiveId" clId="{D5683BEA-6642-46EE-BB87-C5F71723A66D}" dt="2025-12-04T18:35:10.916" v="919" actId="20577"/>
          <ac:graphicFrameMkLst>
            <pc:docMk/>
            <pc:sldMk cId="0" sldId="282"/>
            <ac:graphicFrameMk id="14" creationId="{D0735244-D71D-E937-FC28-FBB172A731C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14672-7F74-4670-9356-5FF07953FE6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C78BE-84F6-4F5F-974A-47A573FE28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01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6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0" y="232920"/>
            <a:ext cx="121917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18212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16480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9944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18212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16480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/>
          <p:nvPr userDrawn="1"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/>
          <p:cNvSpPr txBox="1"/>
          <p:nvPr userDrawn="1"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0" y="232920"/>
            <a:ext cx="12191760" cy="331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539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199440" y="3915000"/>
            <a:ext cx="1177884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34840" y="109728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1994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34840" y="3915000"/>
            <a:ext cx="574776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18212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8164800" y="109728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19944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418212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8164800" y="3915000"/>
            <a:ext cx="3792600" cy="257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just">
              <a:spcBef>
                <a:spcPts val="1415"/>
              </a:spcBef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816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/>
          <p:nvPr/>
        </p:nvSpPr>
        <p:spPr>
          <a:xfrm>
            <a:off x="777240" y="6634440"/>
            <a:ext cx="5781600" cy="2206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Date Placeholder 3"/>
          <p:cNvSpPr/>
          <p:nvPr/>
        </p:nvSpPr>
        <p:spPr>
          <a:xfrm>
            <a:off x="6559200" y="6634440"/>
            <a:ext cx="5194800" cy="220680"/>
          </a:xfrm>
          <a:prstGeom prst="rect">
            <a:avLst/>
          </a:prstGeom>
          <a:solidFill>
            <a:srgbClr val="008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" name="Date Placeholder 3"/>
          <p:cNvSpPr/>
          <p:nvPr/>
        </p:nvSpPr>
        <p:spPr>
          <a:xfrm>
            <a:off x="11754360" y="6636960"/>
            <a:ext cx="437400" cy="2206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3" name="Date Placeholder 3"/>
          <p:cNvSpPr/>
          <p:nvPr/>
        </p:nvSpPr>
        <p:spPr>
          <a:xfrm>
            <a:off x="0" y="0"/>
            <a:ext cx="12191760" cy="232560"/>
          </a:xfrm>
          <a:prstGeom prst="rect">
            <a:avLst/>
          </a:prstGeom>
          <a:solidFill>
            <a:srgbClr val="00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/>
          <p:nvPr/>
        </p:nvSpPr>
        <p:spPr>
          <a:xfrm>
            <a:off x="0" y="6634440"/>
            <a:ext cx="776880" cy="22104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 panose="020F0502020204030204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 algn="just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Times New Roman" panose="02020603050405020304"/>
              </a:rPr>
              <a:t>Click to edit the outline text format</a:t>
            </a:r>
          </a:p>
          <a:p>
            <a:pPr marL="864235" lvl="1" indent="-323850" algn="just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Second Outline Level</a:t>
            </a:r>
          </a:p>
          <a:p>
            <a:pPr marL="1296035" lvl="2" indent="-288290" algn="just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Third Outline Level</a:t>
            </a:r>
          </a:p>
          <a:p>
            <a:pPr marL="1727835" lvl="3" indent="-215900" algn="just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Fourth Outline Level</a:t>
            </a:r>
          </a:p>
          <a:p>
            <a:pPr marL="2160270" lvl="4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Fifth Outline Level</a:t>
            </a:r>
          </a:p>
          <a:p>
            <a:pPr marL="2592070" lvl="5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Sixth Outline Level</a:t>
            </a:r>
          </a:p>
          <a:p>
            <a:pPr marL="3023870" lvl="6" indent="-215900" algn="just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800" b="0" strike="noStrike" spc="-1">
                <a:solidFill>
                  <a:srgbClr val="000000"/>
                </a:solidFill>
                <a:latin typeface="Times New Roman" panose="02020603050405020304"/>
              </a:rPr>
              <a:t>Edit Master text styles</a:t>
            </a:r>
          </a:p>
          <a:p>
            <a:pPr marL="685800" lvl="1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en-US" sz="2400" b="0" strike="noStrike" spc="-1">
                <a:solidFill>
                  <a:srgbClr val="000000"/>
                </a:solidFill>
                <a:latin typeface="Times New Roman" panose="02020603050405020304"/>
              </a:rPr>
              <a:t>Second level</a:t>
            </a:r>
          </a:p>
          <a:p>
            <a:pPr marL="1143000" lvl="2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Courier New" panose="02070309020205020404"/>
              <a:buChar char="o"/>
            </a:pP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/>
              </a:rPr>
              <a:t>Third level</a:t>
            </a:r>
          </a:p>
          <a:p>
            <a:pPr marL="1600200" lvl="3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Fourth level</a:t>
            </a:r>
          </a:p>
          <a:p>
            <a:pPr marL="2057400" lvl="4" indent="-228600" algn="just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 panose="02020603050405020304"/>
              </a:rPr>
              <a:t>Fifth level</a:t>
            </a:r>
          </a:p>
        </p:txBody>
      </p:sp>
      <p:sp>
        <p:nvSpPr>
          <p:cNvPr id="45" name="Date Placeholder 3"/>
          <p:cNvSpPr/>
          <p:nvPr/>
        </p:nvSpPr>
        <p:spPr>
          <a:xfrm>
            <a:off x="777240" y="6642720"/>
            <a:ext cx="5653800" cy="21492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 dirty="0">
                <a:solidFill>
                  <a:srgbClr val="FFFFFF"/>
                </a:solidFill>
                <a:latin typeface="Times New Roman" panose="02020603050405020304"/>
              </a:rPr>
              <a:t>Dept. of Computer Science and Engineering</a:t>
            </a:r>
            <a:endParaRPr lang="en-IN" sz="1600" b="0" strike="noStrike" spc="-1" dirty="0">
              <a:latin typeface="Arial" panose="020B0604020202020204"/>
            </a:endParaRPr>
          </a:p>
        </p:txBody>
      </p:sp>
      <p:sp>
        <p:nvSpPr>
          <p:cNvPr id="46" name="Date Placeholder 3"/>
          <p:cNvSpPr/>
          <p:nvPr/>
        </p:nvSpPr>
        <p:spPr>
          <a:xfrm>
            <a:off x="6431400" y="6642000"/>
            <a:ext cx="5322600" cy="215640"/>
          </a:xfrm>
          <a:prstGeom prst="rect">
            <a:avLst/>
          </a:prstGeom>
          <a:solidFill>
            <a:srgbClr val="00808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>
                <a:solidFill>
                  <a:srgbClr val="FFFFFF"/>
                </a:solidFill>
                <a:latin typeface="Times New Roman" panose="02020603050405020304"/>
              </a:rPr>
              <a:t>Srinivasa Ramanujan Institute of Technology</a:t>
            </a:r>
            <a:endParaRPr lang="en-IN" sz="1600" b="0" strike="noStrike" spc="-1">
              <a:latin typeface="Arial" panose="020B0604020202020204"/>
            </a:endParaRPr>
          </a:p>
        </p:txBody>
      </p:sp>
      <p:sp>
        <p:nvSpPr>
          <p:cNvPr id="47" name="Date Placeholder 3"/>
          <p:cNvSpPr/>
          <p:nvPr/>
        </p:nvSpPr>
        <p:spPr>
          <a:xfrm>
            <a:off x="11623040" y="6642100"/>
            <a:ext cx="568960" cy="21590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287FBA57-AD8A-4D8D-8881-00EAA4F18DD5}" type="slidenum">
              <a:rPr lang="en-IN" sz="1600" b="1" strike="noStrike" spc="-1">
                <a:solidFill>
                  <a:srgbClr val="002060"/>
                </a:solidFill>
                <a:latin typeface="Times New Roman" panose="02020603050405020304"/>
              </a:rPr>
              <a:t>‹#›</a:t>
            </a:fld>
            <a:endParaRPr lang="en-IN" sz="1600" b="0" strike="noStrike" spc="-1">
              <a:latin typeface="Arial" panose="020B0604020202020204"/>
            </a:endParaRPr>
          </a:p>
        </p:txBody>
      </p:sp>
      <p:sp>
        <p:nvSpPr>
          <p:cNvPr id="48" name="Date Placeholder 3"/>
          <p:cNvSpPr/>
          <p:nvPr/>
        </p:nvSpPr>
        <p:spPr>
          <a:xfrm>
            <a:off x="0" y="0"/>
            <a:ext cx="12191760" cy="232560"/>
          </a:xfrm>
          <a:prstGeom prst="rect">
            <a:avLst/>
          </a:prstGeom>
          <a:solidFill>
            <a:srgbClr val="0066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i="1" strike="noStrike" spc="-1">
                <a:solidFill>
                  <a:srgbClr val="FFFFFF"/>
                </a:solidFill>
                <a:latin typeface="Times New Roman" panose="02020603050405020304"/>
              </a:rPr>
              <a:t>Title of the Project</a:t>
            </a:r>
            <a:endParaRPr lang="en-IN" sz="1500" b="0" strike="noStrike" spc="-1">
              <a:latin typeface="Arial" panose="020B0604020202020204"/>
            </a:endParaRPr>
          </a:p>
        </p:txBody>
      </p:sp>
      <p:pic>
        <p:nvPicPr>
          <p:cNvPr id="49" name="Picture 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506320" y="595620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50" name="Date Placeholder 3"/>
          <p:cNvSpPr/>
          <p:nvPr/>
        </p:nvSpPr>
        <p:spPr>
          <a:xfrm>
            <a:off x="0" y="6642735"/>
            <a:ext cx="932815" cy="21463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cap="small" spc="-1">
                <a:solidFill>
                  <a:srgbClr val="FFFFFF"/>
                </a:solidFill>
                <a:latin typeface="Times New Roman" panose="02020603050405020304"/>
              </a:rPr>
              <a:t>A - XX</a:t>
            </a:r>
            <a:endParaRPr lang="en-IN" sz="16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MahithaYadav/CSE-2022-2026-Batch-B4" TargetMode="Externa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 txBox="1"/>
          <p:nvPr/>
        </p:nvSpPr>
        <p:spPr>
          <a:xfrm>
            <a:off x="8229600" y="2120677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S. Nikitha</a:t>
            </a:r>
            <a:endParaRPr lang="en-US" sz="2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200" b="0" dirty="0"/>
              <a:t>Roll No. 224G1A0561</a:t>
            </a:r>
          </a:p>
        </p:txBody>
      </p:sp>
      <p:sp>
        <p:nvSpPr>
          <p:cNvPr id="6" name="Subtitle 11"/>
          <p:cNvSpPr txBox="1"/>
          <p:nvPr/>
        </p:nvSpPr>
        <p:spPr>
          <a:xfrm>
            <a:off x="3759654" y="2475580"/>
            <a:ext cx="4672674" cy="898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400" b="0" i="1" dirty="0"/>
              <a:t>Under the guidance of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Ms. C. Rekha, </a:t>
            </a:r>
            <a:r>
              <a:rPr lang="en-IN" sz="105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M. Tech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  <a:endParaRPr lang="en-IN" sz="1400" b="0" dirty="0"/>
          </a:p>
        </p:txBody>
      </p:sp>
      <p:sp>
        <p:nvSpPr>
          <p:cNvPr id="7" name="Subtitle 11"/>
          <p:cNvSpPr txBox="1"/>
          <p:nvPr/>
        </p:nvSpPr>
        <p:spPr>
          <a:xfrm>
            <a:off x="1514475" y="516253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5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4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(AI&amp;ML) 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</a:p>
          <a:p>
            <a:pPr>
              <a:spcBef>
                <a:spcPts val="300"/>
              </a:spcBef>
            </a:pPr>
            <a:r>
              <a:rPr lang="en-US" sz="3400" dirty="0">
                <a:effectLst/>
                <a:ea typeface="Times New Roman" panose="02020603050405020304" pitchFamily="18" charset="0"/>
              </a:rPr>
              <a:t>Autonomous</a:t>
            </a:r>
            <a:endParaRPr lang="en-US" sz="3400" b="0" dirty="0"/>
          </a:p>
          <a:p>
            <a:pPr>
              <a:spcBef>
                <a:spcPts val="300"/>
              </a:spcBef>
            </a:pPr>
            <a:r>
              <a:rPr lang="en-US" sz="2300" dirty="0" err="1"/>
              <a:t>Rotarypuram</a:t>
            </a:r>
            <a:r>
              <a:rPr lang="en-US" sz="2300" dirty="0"/>
              <a:t> Village, B K </a:t>
            </a:r>
            <a:r>
              <a:rPr lang="en-US" sz="2300" dirty="0" err="1"/>
              <a:t>Samudram</a:t>
            </a:r>
            <a:r>
              <a:rPr lang="en-US" sz="2300" dirty="0"/>
              <a:t> Mandal, </a:t>
            </a:r>
            <a:r>
              <a:rPr lang="en-US" sz="2300" dirty="0" err="1"/>
              <a:t>Ananthapuramu</a:t>
            </a:r>
            <a:r>
              <a:rPr lang="en-US" sz="2300" dirty="0"/>
              <a:t> – 515701.</a:t>
            </a:r>
          </a:p>
          <a:p>
            <a:pPr>
              <a:spcAft>
                <a:spcPts val="100"/>
              </a:spcAft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2024-2025</a:t>
            </a:r>
            <a:endParaRPr lang="en-US" sz="2500" b="0" dirty="0"/>
          </a:p>
          <a:p>
            <a:endParaRPr lang="en-IN" b="0" dirty="0"/>
          </a:p>
        </p:txBody>
      </p:sp>
      <p:sp>
        <p:nvSpPr>
          <p:cNvPr id="12" name="Subtitle 11"/>
          <p:cNvSpPr txBox="1"/>
          <p:nvPr/>
        </p:nvSpPr>
        <p:spPr>
          <a:xfrm>
            <a:off x="1376730" y="2116589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C. Eswar</a:t>
            </a:r>
            <a:endParaRPr lang="en-US" sz="2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200" b="0" dirty="0"/>
              <a:t>Roll No. 234G5A0502</a:t>
            </a:r>
          </a:p>
        </p:txBody>
      </p:sp>
      <p:sp>
        <p:nvSpPr>
          <p:cNvPr id="14" name="Subtitle 11"/>
          <p:cNvSpPr txBox="1"/>
          <p:nvPr/>
        </p:nvSpPr>
        <p:spPr>
          <a:xfrm>
            <a:off x="4904528" y="1757598"/>
            <a:ext cx="2639272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G. Yashoda Mahitha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</a:t>
            </a:r>
            <a:r>
              <a:rPr lang="en-US" sz="1300" b="0" dirty="0"/>
              <a:t>224G1A05A2</a:t>
            </a:r>
          </a:p>
        </p:txBody>
      </p:sp>
      <p:sp>
        <p:nvSpPr>
          <p:cNvPr id="17" name="Rectangle: Rounded Corners 16"/>
          <p:cNvSpPr/>
          <p:nvPr/>
        </p:nvSpPr>
        <p:spPr>
          <a:xfrm>
            <a:off x="755009" y="304800"/>
            <a:ext cx="10528183" cy="857864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14840" y="1261696"/>
            <a:ext cx="676230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2301" y="3477046"/>
            <a:ext cx="1527379" cy="1685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4EA438-6317-B4FF-FE76-FB53A9F6DEA7}"/>
              </a:ext>
            </a:extLst>
          </p:cNvPr>
          <p:cNvSpPr txBox="1"/>
          <p:nvPr/>
        </p:nvSpPr>
        <p:spPr>
          <a:xfrm>
            <a:off x="1066800" y="457200"/>
            <a:ext cx="1005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40" y="22860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Contents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Title Justification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Abstract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Problem statement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Objectives of Project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Literature survey for objectives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Proposed Work -(Methods to be followed for proposed system) 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References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GitHub Link</a:t>
            </a:r>
          </a:p>
          <a:p>
            <a:pPr marL="462280" indent="-462280" algn="just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3"/>
              </a:buBlip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/>
              </a:rPr>
              <a:t>Queries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980CE8-0DF4-ADFB-351E-3165106C569D}"/>
              </a:ext>
            </a:extLst>
          </p:cNvPr>
          <p:cNvSpPr/>
          <p:nvPr/>
        </p:nvSpPr>
        <p:spPr>
          <a:xfrm>
            <a:off x="0" y="20320"/>
            <a:ext cx="12192000" cy="22020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A77198-5804-B7A9-5356-DCA44BB9F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315670"/>
              </p:ext>
            </p:extLst>
          </p:nvPr>
        </p:nvGraphicFramePr>
        <p:xfrm>
          <a:off x="0" y="6651040"/>
          <a:ext cx="12192000" cy="31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34">
                  <a:extLst>
                    <a:ext uri="{9D8B030D-6E8A-4147-A177-3AD203B41FA5}">
                      <a16:colId xmlns:a16="http://schemas.microsoft.com/office/drawing/2014/main" val="2456744558"/>
                    </a:ext>
                  </a:extLst>
                </a:gridCol>
                <a:gridCol w="5406366">
                  <a:extLst>
                    <a:ext uri="{9D8B030D-6E8A-4147-A177-3AD203B41FA5}">
                      <a16:colId xmlns:a16="http://schemas.microsoft.com/office/drawing/2014/main" val="1228853089"/>
                    </a:ext>
                  </a:extLst>
                </a:gridCol>
                <a:gridCol w="5515889">
                  <a:extLst>
                    <a:ext uri="{9D8B030D-6E8A-4147-A177-3AD203B41FA5}">
                      <a16:colId xmlns:a16="http://schemas.microsoft.com/office/drawing/2014/main" val="2344483369"/>
                    </a:ext>
                  </a:extLst>
                </a:gridCol>
                <a:gridCol w="580111">
                  <a:extLst>
                    <a:ext uri="{9D8B030D-6E8A-4147-A177-3AD203B41FA5}">
                      <a16:colId xmlns:a16="http://schemas.microsoft.com/office/drawing/2014/main" val="40243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 and Engineering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Srinivasa Ramanujan Institute of Technology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0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40" y="22860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dirty="0">
                <a:solidFill>
                  <a:srgbClr val="000000"/>
                </a:solidFill>
                <a:latin typeface="Times New Roman" panose="02020603050405020304"/>
                <a:sym typeface="+mn-ea"/>
              </a:rPr>
              <a:t>Title Justification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“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reflects the system’s core functionality, encompassing: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Multi-Disease Prediction: Leverages AI/ML algorithms to perform simultaneous classification of multiple disease states. 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Integration: Fuses heterogeneous clinical and lifestyle datasets to enhance predictive performance and model robustness.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 Analysis: Quantifies potential secondary health outcomes or complications derived from predicted disease patterns.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04196C-D280-79FA-5366-CDF433801D5E}"/>
              </a:ext>
            </a:extLst>
          </p:cNvPr>
          <p:cNvSpPr/>
          <p:nvPr/>
        </p:nvSpPr>
        <p:spPr>
          <a:xfrm>
            <a:off x="0" y="20320"/>
            <a:ext cx="12192000" cy="22020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1DDFC4-1CB5-0B07-6226-FBEB29B5D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634041"/>
              </p:ext>
            </p:extLst>
          </p:nvPr>
        </p:nvGraphicFramePr>
        <p:xfrm>
          <a:off x="0" y="6651040"/>
          <a:ext cx="12192000" cy="31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34">
                  <a:extLst>
                    <a:ext uri="{9D8B030D-6E8A-4147-A177-3AD203B41FA5}">
                      <a16:colId xmlns:a16="http://schemas.microsoft.com/office/drawing/2014/main" val="2456744558"/>
                    </a:ext>
                  </a:extLst>
                </a:gridCol>
                <a:gridCol w="5406366">
                  <a:extLst>
                    <a:ext uri="{9D8B030D-6E8A-4147-A177-3AD203B41FA5}">
                      <a16:colId xmlns:a16="http://schemas.microsoft.com/office/drawing/2014/main" val="1228853089"/>
                    </a:ext>
                  </a:extLst>
                </a:gridCol>
                <a:gridCol w="5515889">
                  <a:extLst>
                    <a:ext uri="{9D8B030D-6E8A-4147-A177-3AD203B41FA5}">
                      <a16:colId xmlns:a16="http://schemas.microsoft.com/office/drawing/2014/main" val="2344483369"/>
                    </a:ext>
                  </a:extLst>
                </a:gridCol>
                <a:gridCol w="580111">
                  <a:extLst>
                    <a:ext uri="{9D8B030D-6E8A-4147-A177-3AD203B41FA5}">
                      <a16:colId xmlns:a16="http://schemas.microsoft.com/office/drawing/2014/main" val="40243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 and Engineering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Srinivasa Ramanujan Institute of Technology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0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3600" b="0" strike="noStrike" spc="-1" dirty="0">
                <a:solidFill>
                  <a:srgbClr val="000000"/>
                </a:solidFill>
                <a:latin typeface="Times New Roman" panose="02020603050405020304"/>
              </a:rPr>
              <a:t>Abstract</a:t>
            </a:r>
            <a:endParaRPr lang="en-US" sz="36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accumulation of excess sugar in the bloodstream is a critical health concern, contributing to life-threatening diseases such as diabetes, heart disease, bronchial asthma, renal failure, and fungal infections. Many of these conditions remain undetected, posing severe risks. Existing diagnostic methods are often time-consuming, costly, and focused on single diseases, overlooking the interconnected nature of multiple health complications. This project addresses these limitations by developing an AI/ML-based multi-disease and side effects prediction system that analyzes several kinds of symptom-related features to classify patients into multiple disease categories. The system provides timely, accurate, and cost-effective diagnoses, supports early intervention, and assists healthcare professionals in informed decision-making, ultimately improving patient outcomes and reducing risks associated with undiagnosed conditions.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Multi-Disease Prediction, Side Effects Assessment, Machine Learning, Preventive Care, Symptom Analysis.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131AC-2AD6-5936-84B7-F8F0BBCD8F4C}"/>
              </a:ext>
            </a:extLst>
          </p:cNvPr>
          <p:cNvSpPr/>
          <p:nvPr/>
        </p:nvSpPr>
        <p:spPr>
          <a:xfrm>
            <a:off x="0" y="20320"/>
            <a:ext cx="12192000" cy="22020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30D8EE-6E69-5168-2229-973F3F34F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269585"/>
              </p:ext>
            </p:extLst>
          </p:nvPr>
        </p:nvGraphicFramePr>
        <p:xfrm>
          <a:off x="0" y="6651040"/>
          <a:ext cx="12192000" cy="31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34">
                  <a:extLst>
                    <a:ext uri="{9D8B030D-6E8A-4147-A177-3AD203B41FA5}">
                      <a16:colId xmlns:a16="http://schemas.microsoft.com/office/drawing/2014/main" val="2456744558"/>
                    </a:ext>
                  </a:extLst>
                </a:gridCol>
                <a:gridCol w="5406366">
                  <a:extLst>
                    <a:ext uri="{9D8B030D-6E8A-4147-A177-3AD203B41FA5}">
                      <a16:colId xmlns:a16="http://schemas.microsoft.com/office/drawing/2014/main" val="1228853089"/>
                    </a:ext>
                  </a:extLst>
                </a:gridCol>
                <a:gridCol w="5515889">
                  <a:extLst>
                    <a:ext uri="{9D8B030D-6E8A-4147-A177-3AD203B41FA5}">
                      <a16:colId xmlns:a16="http://schemas.microsoft.com/office/drawing/2014/main" val="2344483369"/>
                    </a:ext>
                  </a:extLst>
                </a:gridCol>
                <a:gridCol w="580111">
                  <a:extLst>
                    <a:ext uri="{9D8B030D-6E8A-4147-A177-3AD203B41FA5}">
                      <a16:colId xmlns:a16="http://schemas.microsoft.com/office/drawing/2014/main" val="40243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 and Engineering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Srinivasa Ramanujan Institute of Technology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0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FFFFFF"/>
                </a:solidFill>
                <a:latin typeface="Times New Roman" panose="02020603050405020304"/>
              </a:rPr>
              <a:t>Problem Statement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459520" cy="507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 sugar leads to severe diseases that often remain undiagnosed until late stages, increasing health risks.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diagnostic methods are slow, costly, and limited to single-disease detection, reducing early intervention effectiveness.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AI/ML system using several kinds of symptom-related features to predict multiple diseases, enabling faster, accurate, and cost-effective diagnosis.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4A3FF4-7ABB-1958-F732-CF74213E9C2F}"/>
              </a:ext>
            </a:extLst>
          </p:cNvPr>
          <p:cNvSpPr/>
          <p:nvPr/>
        </p:nvSpPr>
        <p:spPr>
          <a:xfrm>
            <a:off x="0" y="20320"/>
            <a:ext cx="12192000" cy="22020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1D00CF-792C-E4E3-09F1-A72A7429E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313156"/>
              </p:ext>
            </p:extLst>
          </p:nvPr>
        </p:nvGraphicFramePr>
        <p:xfrm>
          <a:off x="0" y="6651040"/>
          <a:ext cx="12192000" cy="31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34">
                  <a:extLst>
                    <a:ext uri="{9D8B030D-6E8A-4147-A177-3AD203B41FA5}">
                      <a16:colId xmlns:a16="http://schemas.microsoft.com/office/drawing/2014/main" val="2456744558"/>
                    </a:ext>
                  </a:extLst>
                </a:gridCol>
                <a:gridCol w="5406366">
                  <a:extLst>
                    <a:ext uri="{9D8B030D-6E8A-4147-A177-3AD203B41FA5}">
                      <a16:colId xmlns:a16="http://schemas.microsoft.com/office/drawing/2014/main" val="1228853089"/>
                    </a:ext>
                  </a:extLst>
                </a:gridCol>
                <a:gridCol w="5515889">
                  <a:extLst>
                    <a:ext uri="{9D8B030D-6E8A-4147-A177-3AD203B41FA5}">
                      <a16:colId xmlns:a16="http://schemas.microsoft.com/office/drawing/2014/main" val="2344483369"/>
                    </a:ext>
                  </a:extLst>
                </a:gridCol>
                <a:gridCol w="580111">
                  <a:extLst>
                    <a:ext uri="{9D8B030D-6E8A-4147-A177-3AD203B41FA5}">
                      <a16:colId xmlns:a16="http://schemas.microsoft.com/office/drawing/2014/main" val="40243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 and Engineering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Srinivasa Ramanujan Institute of Technology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0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84762" y="1585205"/>
            <a:ext cx="5339953" cy="1744762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484762" y="1594583"/>
            <a:ext cx="101600" cy="174476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733184" y="173621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300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Objective</a:t>
            </a:r>
            <a:r>
              <a:rPr lang="en-US" sz="2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886299" y="2164898"/>
            <a:ext cx="4834930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To predict multiple diseases in patients using machine learning algorithms based on several symptom-related features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84762" y="4183154"/>
            <a:ext cx="5340053" cy="1744762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473756" y="4173776"/>
            <a:ext cx="101600" cy="174476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771284" y="431655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300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Objective 2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86200" y="4770317"/>
            <a:ext cx="4835029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To assess potential side effects and associated health risks for patients to support early intervention and preventive care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PlaceHolder 1">
            <a:extLst>
              <a:ext uri="{FF2B5EF4-FFF2-40B4-BE49-F238E27FC236}">
                <a16:creationId xmlns:a16="http://schemas.microsoft.com/office/drawing/2014/main" id="{40968FFF-C28F-D76B-1EAD-379BB62F0A61}"/>
              </a:ext>
            </a:extLst>
          </p:cNvPr>
          <p:cNvSpPr txBox="1">
            <a:spLocks/>
          </p:cNvSpPr>
          <p:nvPr/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kern="0" spc="-1">
                <a:solidFill>
                  <a:srgbClr val="FFFFFF"/>
                </a:solidFill>
                <a:latin typeface="Times New Roman" panose="02020603050405020304"/>
              </a:rPr>
              <a:t>Objectives of Project</a:t>
            </a:r>
            <a:endParaRPr lang="en-US" sz="4400" kern="0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032D8C-A536-AE71-7385-99FBF920B725}"/>
              </a:ext>
            </a:extLst>
          </p:cNvPr>
          <p:cNvSpPr/>
          <p:nvPr/>
        </p:nvSpPr>
        <p:spPr>
          <a:xfrm>
            <a:off x="0" y="6172200"/>
            <a:ext cx="1219176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70EE65-790A-482D-B1C9-001564142F29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0735244-D71D-E937-FC28-FBB172A73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45919"/>
              </p:ext>
            </p:extLst>
          </p:nvPr>
        </p:nvGraphicFramePr>
        <p:xfrm>
          <a:off x="0" y="6651040"/>
          <a:ext cx="12192000" cy="31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34">
                  <a:extLst>
                    <a:ext uri="{9D8B030D-6E8A-4147-A177-3AD203B41FA5}">
                      <a16:colId xmlns:a16="http://schemas.microsoft.com/office/drawing/2014/main" val="2456744558"/>
                    </a:ext>
                  </a:extLst>
                </a:gridCol>
                <a:gridCol w="5406366">
                  <a:extLst>
                    <a:ext uri="{9D8B030D-6E8A-4147-A177-3AD203B41FA5}">
                      <a16:colId xmlns:a16="http://schemas.microsoft.com/office/drawing/2014/main" val="1228853089"/>
                    </a:ext>
                  </a:extLst>
                </a:gridCol>
                <a:gridCol w="5515889">
                  <a:extLst>
                    <a:ext uri="{9D8B030D-6E8A-4147-A177-3AD203B41FA5}">
                      <a16:colId xmlns:a16="http://schemas.microsoft.com/office/drawing/2014/main" val="2344483369"/>
                    </a:ext>
                  </a:extLst>
                </a:gridCol>
                <a:gridCol w="580111">
                  <a:extLst>
                    <a:ext uri="{9D8B030D-6E8A-4147-A177-3AD203B41FA5}">
                      <a16:colId xmlns:a16="http://schemas.microsoft.com/office/drawing/2014/main" val="40243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 and Engineering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Srinivasa Ramanujan Institute of Technology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0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</a:rPr>
              <a:t>Literature survey for objectives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447383F-CA2B-513A-652B-ED122A7515D2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4111980614"/>
              </p:ext>
            </p:extLst>
          </p:nvPr>
        </p:nvGraphicFramePr>
        <p:xfrm>
          <a:off x="381000" y="1131450"/>
          <a:ext cx="11164961" cy="6382337"/>
        </p:xfrm>
        <a:graphic>
          <a:graphicData uri="http://schemas.openxmlformats.org/drawingml/2006/table">
            <a:tbl>
              <a:tblPr/>
              <a:tblGrid>
                <a:gridCol w="2595138">
                  <a:extLst>
                    <a:ext uri="{9D8B030D-6E8A-4147-A177-3AD203B41FA5}">
                      <a16:colId xmlns:a16="http://schemas.microsoft.com/office/drawing/2014/main" val="1190236324"/>
                    </a:ext>
                  </a:extLst>
                </a:gridCol>
                <a:gridCol w="1163557">
                  <a:extLst>
                    <a:ext uri="{9D8B030D-6E8A-4147-A177-3AD203B41FA5}">
                      <a16:colId xmlns:a16="http://schemas.microsoft.com/office/drawing/2014/main" val="3292094800"/>
                    </a:ext>
                  </a:extLst>
                </a:gridCol>
                <a:gridCol w="2184905">
                  <a:extLst>
                    <a:ext uri="{9D8B030D-6E8A-4147-A177-3AD203B41FA5}">
                      <a16:colId xmlns:a16="http://schemas.microsoft.com/office/drawing/2014/main" val="17606062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429633565"/>
                    </a:ext>
                  </a:extLst>
                </a:gridCol>
                <a:gridCol w="2401961">
                  <a:extLst>
                    <a:ext uri="{9D8B030D-6E8A-4147-A177-3AD203B41FA5}">
                      <a16:colId xmlns:a16="http://schemas.microsoft.com/office/drawing/2014/main" val="1288288327"/>
                    </a:ext>
                  </a:extLst>
                </a:gridCol>
              </a:tblGrid>
              <a:tr h="5449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/ Source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Linked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Contribution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126301"/>
                  </a:ext>
                </a:extLst>
              </a:tr>
              <a:tr h="1143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Kumar, S., &amp; Khan, N., IJTSRD – Machine Learning-Based Multiple Disease Prediction System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1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system predicting multiple diseases using structured input data.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feature set; no side-effect prediction or risk modeling.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42013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Din, F., KJMR – Multi-Disease Prediction Using Machine Learning Algorithms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1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Compares multiple ML algorithms for multi-disease classification.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imbalance not addressed; minimal clinical validation.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329028"/>
                  </a:ext>
                </a:extLst>
              </a:tr>
              <a:tr h="1185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IJCRT – Multiple Disease Prediction Using Machine Learning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1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models applied to structured clinical/symptom data.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Preprint; limited evaluation metrics, not tested on real-world data.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069106"/>
                  </a:ext>
                </a:extLst>
              </a:tr>
              <a:tr h="801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/>
                        <a:t>Nghiem, N. et al., “ML-Based Prediction of Diabetes Complications,” BMC Med. Inf. &amp; Dec. Making</a:t>
                      </a: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2</a:t>
                      </a: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diabetes complications using ML + socio-administrative data.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diabetes; not generalized to multi-disease settings.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66004"/>
                  </a:ext>
                </a:extLst>
              </a:tr>
              <a:tr h="4846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927590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955"/>
                  </a:ext>
                </a:extLst>
              </a:tr>
              <a:tr h="2235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141" marR="34141" marT="17071" marB="170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99981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A7940186-BCB4-6190-DC21-0E0C832D75F7}"/>
              </a:ext>
            </a:extLst>
          </p:cNvPr>
          <p:cNvSpPr/>
          <p:nvPr/>
        </p:nvSpPr>
        <p:spPr>
          <a:xfrm>
            <a:off x="361118" y="1131450"/>
            <a:ext cx="11164961" cy="52693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EF96FB-F1FE-7D79-FBCA-763DFD2E86B8}"/>
              </a:ext>
            </a:extLst>
          </p:cNvPr>
          <p:cNvCxnSpPr>
            <a:cxnSpLocks/>
          </p:cNvCxnSpPr>
          <p:nvPr/>
        </p:nvCxnSpPr>
        <p:spPr>
          <a:xfrm>
            <a:off x="361118" y="1600200"/>
            <a:ext cx="111649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DB7121-0172-3AFE-E1A0-D36435BF94E9}"/>
              </a:ext>
            </a:extLst>
          </p:cNvPr>
          <p:cNvCxnSpPr>
            <a:cxnSpLocks/>
          </p:cNvCxnSpPr>
          <p:nvPr/>
        </p:nvCxnSpPr>
        <p:spPr>
          <a:xfrm>
            <a:off x="2971800" y="1131450"/>
            <a:ext cx="0" cy="52693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57E11D-26A9-FAD3-D1C0-39DE25055D6E}"/>
              </a:ext>
            </a:extLst>
          </p:cNvPr>
          <p:cNvCxnSpPr>
            <a:cxnSpLocks/>
          </p:cNvCxnSpPr>
          <p:nvPr/>
        </p:nvCxnSpPr>
        <p:spPr>
          <a:xfrm>
            <a:off x="4267200" y="1131450"/>
            <a:ext cx="0" cy="52693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7BE240-FEE0-3B61-53D2-737C8BA7219F}"/>
              </a:ext>
            </a:extLst>
          </p:cNvPr>
          <p:cNvCxnSpPr>
            <a:cxnSpLocks/>
          </p:cNvCxnSpPr>
          <p:nvPr/>
        </p:nvCxnSpPr>
        <p:spPr>
          <a:xfrm>
            <a:off x="6248400" y="1131450"/>
            <a:ext cx="0" cy="52693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493EDC-7E2B-AB3A-3C6A-9AF839DBD3CC}"/>
              </a:ext>
            </a:extLst>
          </p:cNvPr>
          <p:cNvCxnSpPr>
            <a:cxnSpLocks/>
          </p:cNvCxnSpPr>
          <p:nvPr/>
        </p:nvCxnSpPr>
        <p:spPr>
          <a:xfrm>
            <a:off x="9067800" y="1131450"/>
            <a:ext cx="0" cy="52693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910122D-E8DF-C382-3170-D47B5768E9B5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9EA0E8E-805D-9E93-2298-65C7DB002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83529"/>
              </p:ext>
            </p:extLst>
          </p:nvPr>
        </p:nvGraphicFramePr>
        <p:xfrm>
          <a:off x="0" y="6651040"/>
          <a:ext cx="12192000" cy="31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34">
                  <a:extLst>
                    <a:ext uri="{9D8B030D-6E8A-4147-A177-3AD203B41FA5}">
                      <a16:colId xmlns:a16="http://schemas.microsoft.com/office/drawing/2014/main" val="2456744558"/>
                    </a:ext>
                  </a:extLst>
                </a:gridCol>
                <a:gridCol w="5406366">
                  <a:extLst>
                    <a:ext uri="{9D8B030D-6E8A-4147-A177-3AD203B41FA5}">
                      <a16:colId xmlns:a16="http://schemas.microsoft.com/office/drawing/2014/main" val="1228853089"/>
                    </a:ext>
                  </a:extLst>
                </a:gridCol>
                <a:gridCol w="5515889">
                  <a:extLst>
                    <a:ext uri="{9D8B030D-6E8A-4147-A177-3AD203B41FA5}">
                      <a16:colId xmlns:a16="http://schemas.microsoft.com/office/drawing/2014/main" val="2344483369"/>
                    </a:ext>
                  </a:extLst>
                </a:gridCol>
                <a:gridCol w="580111">
                  <a:extLst>
                    <a:ext uri="{9D8B030D-6E8A-4147-A177-3AD203B41FA5}">
                      <a16:colId xmlns:a16="http://schemas.microsoft.com/office/drawing/2014/main" val="40243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 and Engineering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Srinivasa Ramanujan Institute of Technology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0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30919" y="2982162"/>
            <a:ext cx="3496965" cy="2574132"/>
          </a:xfrm>
          <a:prstGeom prst="roundRect">
            <a:avLst>
              <a:gd name="adj" fmla="val 473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30919" y="2992906"/>
            <a:ext cx="101600" cy="257413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9460" y="3098107"/>
            <a:ext cx="3741298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Comprehensive Diagnosis</a:t>
            </a:r>
            <a:endParaRPr lang="en-US" sz="22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9908" y="3675134"/>
            <a:ext cx="29919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Predicts multiple distinct disease categories.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42117" y="4378723"/>
            <a:ext cx="29919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Analyzes several symptom-related features.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22069" y="1447461"/>
            <a:ext cx="3496965" cy="2574132"/>
          </a:xfrm>
          <a:prstGeom prst="roundRect">
            <a:avLst>
              <a:gd name="adj" fmla="val 473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10714" y="1450467"/>
            <a:ext cx="101600" cy="257413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38080" y="1610431"/>
            <a:ext cx="283527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Early Detection</a:t>
            </a:r>
            <a:endParaRPr lang="en-US" sz="22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0758" y="2101935"/>
            <a:ext cx="29919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Enables timely identification of health conditions.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38080" y="2773849"/>
            <a:ext cx="29919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Facilitates proactive intervention.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33914" y="2982162"/>
            <a:ext cx="3496965" cy="2574132"/>
          </a:xfrm>
          <a:prstGeom prst="roundRect">
            <a:avLst>
              <a:gd name="adj" fmla="val 473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016670" y="2992906"/>
            <a:ext cx="101600" cy="257413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01100" y="3074590"/>
            <a:ext cx="2991942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dirty="0">
                <a:solidFill>
                  <a:srgbClr val="272525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Enhanced Decision Support</a:t>
            </a:r>
            <a:endParaRPr lang="en-US" sz="22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01100" y="3882085"/>
            <a:ext cx="29919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Assists healthcare professionals with accurate insights.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15906" y="4585599"/>
            <a:ext cx="29919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Improves patient outcomes through precision.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0" y="5577781"/>
            <a:ext cx="12191760" cy="1280219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21" name="PlaceHolder 2">
            <a:extLst>
              <a:ext uri="{FF2B5EF4-FFF2-40B4-BE49-F238E27FC236}">
                <a16:creationId xmlns:a16="http://schemas.microsoft.com/office/drawing/2014/main" id="{13EC58FB-F097-3F5F-BDFA-0A678451A0E9}"/>
              </a:ext>
            </a:extLst>
          </p:cNvPr>
          <p:cNvSpPr txBox="1">
            <a:spLocks/>
          </p:cNvSpPr>
          <p:nvPr/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kern="0" spc="-1">
                <a:solidFill>
                  <a:srgbClr val="FFFFFF"/>
                </a:solidFill>
                <a:latin typeface="Times New Roman" panose="02020603050405020304"/>
              </a:rPr>
              <a:t>Proposed System</a:t>
            </a:r>
            <a:endParaRPr lang="en-US" sz="4400" kern="0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E06EDF-493B-370D-4086-354BE4B6B866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55BC556-32AA-DB75-F679-9E10924C4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432216"/>
              </p:ext>
            </p:extLst>
          </p:nvPr>
        </p:nvGraphicFramePr>
        <p:xfrm>
          <a:off x="0" y="6651040"/>
          <a:ext cx="12192000" cy="31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34">
                  <a:extLst>
                    <a:ext uri="{9D8B030D-6E8A-4147-A177-3AD203B41FA5}">
                      <a16:colId xmlns:a16="http://schemas.microsoft.com/office/drawing/2014/main" val="2456744558"/>
                    </a:ext>
                  </a:extLst>
                </a:gridCol>
                <a:gridCol w="5406366">
                  <a:extLst>
                    <a:ext uri="{9D8B030D-6E8A-4147-A177-3AD203B41FA5}">
                      <a16:colId xmlns:a16="http://schemas.microsoft.com/office/drawing/2014/main" val="1228853089"/>
                    </a:ext>
                  </a:extLst>
                </a:gridCol>
                <a:gridCol w="5515889">
                  <a:extLst>
                    <a:ext uri="{9D8B030D-6E8A-4147-A177-3AD203B41FA5}">
                      <a16:colId xmlns:a16="http://schemas.microsoft.com/office/drawing/2014/main" val="2344483369"/>
                    </a:ext>
                  </a:extLst>
                </a:gridCol>
                <a:gridCol w="580111">
                  <a:extLst>
                    <a:ext uri="{9D8B030D-6E8A-4147-A177-3AD203B41FA5}">
                      <a16:colId xmlns:a16="http://schemas.microsoft.com/office/drawing/2014/main" val="40243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 and Engineering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Srinivasa Ramanujan Institute of Technology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0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IN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 Reference</a:t>
            </a:r>
            <a:r>
              <a:rPr lang="en-US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s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99440" y="1097280"/>
            <a:ext cx="11778840" cy="539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Kumar &amp; N. Khan, “Machine Learning-Based Multiple Disease Prediction System,”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Trend in Scientific Research and Development (IJTSRD)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3, pp. 468–472, 2025.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B. Ramesh, “Feasible Prediction of Multiple Diseases using Machine Learning,”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E3S Web of Conferences (ICMPC 2023)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F. Din, “Multi-Disease Prediction Using Machine Learning Algorithms,”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KJMR (Khyber Journal of Medical Research)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“Multiple Disease Prediction Application using Machine Learning,”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TIJER – The International Journal of Engineering Research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issue 11, Nov. 2024.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“Multiple Disease Prediction Using Machine Learning,”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IJCRT (conference/journal preprint)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“Machine Learning Based Multiple Disease Prediction System,”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IJARIIE (International Journal of Advance Research, Ideas and Innovations in Technology)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N. Nghiem, N. Wilson, J. Krebs et al., “Predicting the Risk of Diabetes Complications Using Machine Learning,”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BMC Medical Informatics and Decision Making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24, article 274, 2024.</a:t>
            </a:r>
            <a:endParaRPr lang="en-US" sz="22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7850" indent="-577850" algn="just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US" sz="22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CD97ED-64A4-B702-9821-E37911EAA63F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86CF3E-6B6D-775F-2069-259F18017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675444"/>
              </p:ext>
            </p:extLst>
          </p:nvPr>
        </p:nvGraphicFramePr>
        <p:xfrm>
          <a:off x="0" y="6651040"/>
          <a:ext cx="12192000" cy="31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34">
                  <a:extLst>
                    <a:ext uri="{9D8B030D-6E8A-4147-A177-3AD203B41FA5}">
                      <a16:colId xmlns:a16="http://schemas.microsoft.com/office/drawing/2014/main" val="2456744558"/>
                    </a:ext>
                  </a:extLst>
                </a:gridCol>
                <a:gridCol w="5406366">
                  <a:extLst>
                    <a:ext uri="{9D8B030D-6E8A-4147-A177-3AD203B41FA5}">
                      <a16:colId xmlns:a16="http://schemas.microsoft.com/office/drawing/2014/main" val="1228853089"/>
                    </a:ext>
                  </a:extLst>
                </a:gridCol>
                <a:gridCol w="5515889">
                  <a:extLst>
                    <a:ext uri="{9D8B030D-6E8A-4147-A177-3AD203B41FA5}">
                      <a16:colId xmlns:a16="http://schemas.microsoft.com/office/drawing/2014/main" val="2344483369"/>
                    </a:ext>
                  </a:extLst>
                </a:gridCol>
                <a:gridCol w="580111">
                  <a:extLst>
                    <a:ext uri="{9D8B030D-6E8A-4147-A177-3AD203B41FA5}">
                      <a16:colId xmlns:a16="http://schemas.microsoft.com/office/drawing/2014/main" val="40243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 and Engineering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Srinivasa Ramanujan Institute of Technology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0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232920"/>
            <a:ext cx="12191760" cy="714600"/>
          </a:xfrm>
          <a:prstGeom prst="rect">
            <a:avLst/>
          </a:prstGeom>
          <a:solidFill>
            <a:srgbClr val="FF6600"/>
          </a:solidFill>
          <a:ln w="0">
            <a:noFill/>
          </a:ln>
          <a:effectLst>
            <a:outerShdw blurRad="44280" dist="28080" dir="5400000" rotWithShape="0">
              <a:srgbClr val="000000">
                <a:alpha val="32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IN" sz="4400" b="0" strike="noStrike" spc="-1" dirty="0">
                <a:solidFill>
                  <a:srgbClr val="FFFFFF"/>
                </a:solidFill>
                <a:latin typeface="Times New Roman" panose="02020603050405020304"/>
              </a:rPr>
              <a:t>Git Hub Dashboard</a:t>
            </a:r>
            <a:endParaRPr lang="en-US" sz="44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8200" y="6248400"/>
            <a:ext cx="7924800" cy="295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https://github.com/MahithaYadav/CSE-2022-2026-Batch-B4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0ECF4-7F84-8ED0-A74D-196A2A26F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66799"/>
            <a:ext cx="10981765" cy="51816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F5065B-67C9-1ED4-C45B-56D0E82EAB2F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E4AFFE-7AE1-069F-C33D-255430D5E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50964"/>
              </p:ext>
            </p:extLst>
          </p:nvPr>
        </p:nvGraphicFramePr>
        <p:xfrm>
          <a:off x="0" y="6651040"/>
          <a:ext cx="12192000" cy="31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34">
                  <a:extLst>
                    <a:ext uri="{9D8B030D-6E8A-4147-A177-3AD203B41FA5}">
                      <a16:colId xmlns:a16="http://schemas.microsoft.com/office/drawing/2014/main" val="2456744558"/>
                    </a:ext>
                  </a:extLst>
                </a:gridCol>
                <a:gridCol w="5406366">
                  <a:extLst>
                    <a:ext uri="{9D8B030D-6E8A-4147-A177-3AD203B41FA5}">
                      <a16:colId xmlns:a16="http://schemas.microsoft.com/office/drawing/2014/main" val="1228853089"/>
                    </a:ext>
                  </a:extLst>
                </a:gridCol>
                <a:gridCol w="5515889">
                  <a:extLst>
                    <a:ext uri="{9D8B030D-6E8A-4147-A177-3AD203B41FA5}">
                      <a16:colId xmlns:a16="http://schemas.microsoft.com/office/drawing/2014/main" val="2344483369"/>
                    </a:ext>
                  </a:extLst>
                </a:gridCol>
                <a:gridCol w="580111">
                  <a:extLst>
                    <a:ext uri="{9D8B030D-6E8A-4147-A177-3AD203B41FA5}">
                      <a16:colId xmlns:a16="http://schemas.microsoft.com/office/drawing/2014/main" val="40243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 and Engineering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Srinivasa Ramanujan Institute of Technology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0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2632680" y="2375640"/>
            <a:ext cx="6848640" cy="165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b="0" i="1" strike="noStrike" spc="-1" dirty="0">
                <a:solidFill>
                  <a:srgbClr val="FF6600"/>
                </a:solidFill>
                <a:latin typeface="Times New Roman" panose="02020603050405020304"/>
                <a:ea typeface="Calibri" panose="020F0502020204030204"/>
              </a:rPr>
              <a:t>Any Queries?</a:t>
            </a:r>
            <a:endParaRPr lang="en-IN" sz="9600" b="0" strike="noStrike" spc="-1" dirty="0">
              <a:latin typeface="Arial" panose="020B060402020202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AD1D1-4E1B-86FD-6137-E5470B1A46CD}"/>
              </a:ext>
            </a:extLst>
          </p:cNvPr>
          <p:cNvSpPr/>
          <p:nvPr/>
        </p:nvSpPr>
        <p:spPr>
          <a:xfrm>
            <a:off x="0" y="-11364"/>
            <a:ext cx="12192000" cy="251884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Powered Multi-Disease and Side Effects Prediction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B2EB00-6034-7077-8E50-217A0F8FC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720315"/>
              </p:ext>
            </p:extLst>
          </p:nvPr>
        </p:nvGraphicFramePr>
        <p:xfrm>
          <a:off x="0" y="6651040"/>
          <a:ext cx="12192000" cy="31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34">
                  <a:extLst>
                    <a:ext uri="{9D8B030D-6E8A-4147-A177-3AD203B41FA5}">
                      <a16:colId xmlns:a16="http://schemas.microsoft.com/office/drawing/2014/main" val="2456744558"/>
                    </a:ext>
                  </a:extLst>
                </a:gridCol>
                <a:gridCol w="5406366">
                  <a:extLst>
                    <a:ext uri="{9D8B030D-6E8A-4147-A177-3AD203B41FA5}">
                      <a16:colId xmlns:a16="http://schemas.microsoft.com/office/drawing/2014/main" val="1228853089"/>
                    </a:ext>
                  </a:extLst>
                </a:gridCol>
                <a:gridCol w="5515889">
                  <a:extLst>
                    <a:ext uri="{9D8B030D-6E8A-4147-A177-3AD203B41FA5}">
                      <a16:colId xmlns:a16="http://schemas.microsoft.com/office/drawing/2014/main" val="2344483369"/>
                    </a:ext>
                  </a:extLst>
                </a:gridCol>
                <a:gridCol w="580111">
                  <a:extLst>
                    <a:ext uri="{9D8B030D-6E8A-4147-A177-3AD203B41FA5}">
                      <a16:colId xmlns:a16="http://schemas.microsoft.com/office/drawing/2014/main" val="40243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 and Engineering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Srinivasa Ramanujan Institute of Technology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1145" marR="71145" marT="35543" marB="355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70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2085</TotalTime>
  <Words>1133</Words>
  <Application>Microsoft Office PowerPoint</Application>
  <PresentationFormat>Widescreen</PresentationFormat>
  <Paragraphs>147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Courier New</vt:lpstr>
      <vt:lpstr>Gelasio</vt:lpstr>
      <vt:lpstr>Symbol</vt:lpstr>
      <vt:lpstr>Times New Roman</vt:lpstr>
      <vt:lpstr>Wingdings</vt:lpstr>
      <vt:lpstr>Office Theme</vt:lpstr>
      <vt:lpstr>Office Theme</vt:lpstr>
      <vt:lpstr>PowerPoint Presentation</vt:lpstr>
      <vt:lpstr>Contents</vt:lpstr>
      <vt:lpstr>Title Justification</vt:lpstr>
      <vt:lpstr>Abstract</vt:lpstr>
      <vt:lpstr>Problem Statement</vt:lpstr>
      <vt:lpstr>PowerPoint Presentation</vt:lpstr>
      <vt:lpstr>Literature survey for objectives</vt:lpstr>
      <vt:lpstr>PowerPoint Presentation</vt:lpstr>
      <vt:lpstr> References</vt:lpstr>
      <vt:lpstr>Git Hub Dashboard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venkatesh k</dc:creator>
  <cp:lastModifiedBy>Mahi Yadav</cp:lastModifiedBy>
  <cp:revision>141</cp:revision>
  <dcterms:created xsi:type="dcterms:W3CDTF">2019-06-11T05:35:00Z</dcterms:created>
  <dcterms:modified xsi:type="dcterms:W3CDTF">2025-12-10T15:13:17Z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9BB83942808244A299B002FD6DDC753B</vt:lpwstr>
  </property>
  <property fmtid="{D5CDD505-2E9C-101B-9397-08002B2CF9AE}" pid="3" name="KSOProductBuildVer">
    <vt:lpwstr>1033-12.2.0.18639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